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handoutMasterIdLst>
    <p:handoutMasterId r:id="rId7"/>
  </p:handoutMasterIdLst>
  <p:sldIdLst>
    <p:sldId id="258" r:id="rId5"/>
  </p:sldIdLst>
  <p:sldSz cx="31089600" cy="20574000"/>
  <p:notesSz cx="39600188" cy="39600188"/>
  <p:custDataLst>
    <p:tags r:id="rId8"/>
  </p:custDataLst>
  <p:defaultTextStyle>
    <a:defPPr>
      <a:defRPr lang="en-AU"/>
    </a:defPPr>
    <a:lvl1pPr algn="l" rtl="0" eaLnBrk="0" fontAlgn="base" hangingPunct="0">
      <a:spcBef>
        <a:spcPct val="0"/>
      </a:spcBef>
      <a:spcAft>
        <a:spcPct val="0"/>
      </a:spcAft>
      <a:defRPr sz="1520" kern="1200">
        <a:solidFill>
          <a:schemeClr val="tx1"/>
        </a:solidFill>
        <a:latin typeface="Times" charset="0"/>
        <a:ea typeface="+mn-ea"/>
        <a:cs typeface="+mn-cs"/>
      </a:defRPr>
    </a:lvl1pPr>
    <a:lvl2pPr marL="289523" algn="l" rtl="0" eaLnBrk="0" fontAlgn="base" hangingPunct="0">
      <a:spcBef>
        <a:spcPct val="0"/>
      </a:spcBef>
      <a:spcAft>
        <a:spcPct val="0"/>
      </a:spcAft>
      <a:defRPr sz="1520" kern="1200">
        <a:solidFill>
          <a:schemeClr val="tx1"/>
        </a:solidFill>
        <a:latin typeface="Times" charset="0"/>
        <a:ea typeface="+mn-ea"/>
        <a:cs typeface="+mn-cs"/>
      </a:defRPr>
    </a:lvl2pPr>
    <a:lvl3pPr marL="579045" algn="l" rtl="0" eaLnBrk="0" fontAlgn="base" hangingPunct="0">
      <a:spcBef>
        <a:spcPct val="0"/>
      </a:spcBef>
      <a:spcAft>
        <a:spcPct val="0"/>
      </a:spcAft>
      <a:defRPr sz="1520" kern="1200">
        <a:solidFill>
          <a:schemeClr val="tx1"/>
        </a:solidFill>
        <a:latin typeface="Times" charset="0"/>
        <a:ea typeface="+mn-ea"/>
        <a:cs typeface="+mn-cs"/>
      </a:defRPr>
    </a:lvl3pPr>
    <a:lvl4pPr marL="868568" algn="l" rtl="0" eaLnBrk="0" fontAlgn="base" hangingPunct="0">
      <a:spcBef>
        <a:spcPct val="0"/>
      </a:spcBef>
      <a:spcAft>
        <a:spcPct val="0"/>
      </a:spcAft>
      <a:defRPr sz="1520" kern="1200">
        <a:solidFill>
          <a:schemeClr val="tx1"/>
        </a:solidFill>
        <a:latin typeface="Times" charset="0"/>
        <a:ea typeface="+mn-ea"/>
        <a:cs typeface="+mn-cs"/>
      </a:defRPr>
    </a:lvl4pPr>
    <a:lvl5pPr marL="1158089" algn="l" rtl="0" eaLnBrk="0" fontAlgn="base" hangingPunct="0">
      <a:spcBef>
        <a:spcPct val="0"/>
      </a:spcBef>
      <a:spcAft>
        <a:spcPct val="0"/>
      </a:spcAft>
      <a:defRPr sz="1520" kern="1200">
        <a:solidFill>
          <a:schemeClr val="tx1"/>
        </a:solidFill>
        <a:latin typeface="Times" charset="0"/>
        <a:ea typeface="+mn-ea"/>
        <a:cs typeface="+mn-cs"/>
      </a:defRPr>
    </a:lvl5pPr>
    <a:lvl6pPr marL="1447613" algn="l" defTabSz="579045" rtl="0" eaLnBrk="1" latinLnBrk="0" hangingPunct="1">
      <a:defRPr sz="1520" kern="1200">
        <a:solidFill>
          <a:schemeClr val="tx1"/>
        </a:solidFill>
        <a:latin typeface="Times" charset="0"/>
        <a:ea typeface="+mn-ea"/>
        <a:cs typeface="+mn-cs"/>
      </a:defRPr>
    </a:lvl6pPr>
    <a:lvl7pPr marL="1737134" algn="l" defTabSz="579045" rtl="0" eaLnBrk="1" latinLnBrk="0" hangingPunct="1">
      <a:defRPr sz="1520" kern="1200">
        <a:solidFill>
          <a:schemeClr val="tx1"/>
        </a:solidFill>
        <a:latin typeface="Times" charset="0"/>
        <a:ea typeface="+mn-ea"/>
        <a:cs typeface="+mn-cs"/>
      </a:defRPr>
    </a:lvl7pPr>
    <a:lvl8pPr marL="2026657" algn="l" defTabSz="579045" rtl="0" eaLnBrk="1" latinLnBrk="0" hangingPunct="1">
      <a:defRPr sz="1520" kern="1200">
        <a:solidFill>
          <a:schemeClr val="tx1"/>
        </a:solidFill>
        <a:latin typeface="Times" charset="0"/>
        <a:ea typeface="+mn-ea"/>
        <a:cs typeface="+mn-cs"/>
      </a:defRPr>
    </a:lvl8pPr>
    <a:lvl9pPr marL="2316179" algn="l" defTabSz="579045" rtl="0" eaLnBrk="1" latinLnBrk="0" hangingPunct="1">
      <a:defRPr sz="152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12758" userDrawn="1">
          <p15:clr>
            <a:srgbClr val="A4A3A4"/>
          </p15:clr>
        </p15:guide>
        <p15:guide id="2" orient="horz" pos="1213" userDrawn="1">
          <p15:clr>
            <a:srgbClr val="A4A3A4"/>
          </p15:clr>
        </p15:guide>
        <p15:guide id="3" orient="horz" pos="3038" userDrawn="1">
          <p15:clr>
            <a:srgbClr val="A4A3A4"/>
          </p15:clr>
        </p15:guide>
        <p15:guide id="4" orient="horz" pos="9900" userDrawn="1">
          <p15:clr>
            <a:srgbClr val="A4A3A4"/>
          </p15:clr>
        </p15:guide>
        <p15:guide id="5" orient="horz" pos="2395" userDrawn="1">
          <p15:clr>
            <a:srgbClr val="A4A3A4"/>
          </p15:clr>
        </p15:guide>
        <p15:guide id="6" orient="horz" pos="12630" userDrawn="1">
          <p15:clr>
            <a:srgbClr val="A4A3A4"/>
          </p15:clr>
        </p15:guide>
        <p15:guide id="7" pos="19280" userDrawn="1">
          <p15:clr>
            <a:srgbClr val="A4A3A4"/>
          </p15:clr>
        </p15:guide>
        <p15:guide id="8" pos="13218" userDrawn="1">
          <p15:clr>
            <a:srgbClr val="A4A3A4"/>
          </p15:clr>
        </p15:guide>
        <p15:guide id="9" pos="279" userDrawn="1">
          <p15:clr>
            <a:srgbClr val="A4A3A4"/>
          </p15:clr>
        </p15:guide>
        <p15:guide id="10" pos="6340" userDrawn="1">
          <p15:clr>
            <a:srgbClr val="A4A3A4"/>
          </p15:clr>
        </p15:guide>
        <p15:guide id="11" pos="6767" userDrawn="1">
          <p15:clr>
            <a:srgbClr val="A4A3A4"/>
          </p15:clr>
        </p15:guide>
        <p15:guide id="12" pos="12830" userDrawn="1">
          <p15:clr>
            <a:srgbClr val="A4A3A4"/>
          </p15:clr>
        </p15:guide>
        <p15:guide id="13" pos="6962" userDrawn="1">
          <p15:clr>
            <a:srgbClr val="A4A3A4"/>
          </p15:clr>
        </p15:guide>
        <p15:guide id="14" pos="126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chin Ulhas Arakeri" initials="SUA" lastIdx="1" clrIdx="0">
    <p:extLst>
      <p:ext uri="{19B8F6BF-5375-455C-9EA6-DF929625EA0E}">
        <p15:presenceInfo xmlns:p15="http://schemas.microsoft.com/office/powerpoint/2012/main" userId="Sachin Ulhas Arake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991"/>
    <a:srgbClr val="B1810B"/>
    <a:srgbClr val="DDC69A"/>
    <a:srgbClr val="035FA0"/>
    <a:srgbClr val="D23A43"/>
    <a:srgbClr val="10253F"/>
    <a:srgbClr val="DEC699"/>
    <a:srgbClr val="1F497D"/>
    <a:srgbClr val="131873"/>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22"/>
    <p:restoredTop sz="96638" autoAdjust="0"/>
  </p:normalViewPr>
  <p:slideViewPr>
    <p:cSldViewPr snapToGrid="0">
      <p:cViewPr varScale="1">
        <p:scale>
          <a:sx n="41" d="100"/>
          <a:sy n="41" d="100"/>
        </p:scale>
        <p:origin x="1072" y="232"/>
      </p:cViewPr>
      <p:guideLst>
        <p:guide orient="horz" pos="12758"/>
        <p:guide orient="horz" pos="1213"/>
        <p:guide orient="horz" pos="3038"/>
        <p:guide orient="horz" pos="9900"/>
        <p:guide orient="horz" pos="2395"/>
        <p:guide orient="horz" pos="12630"/>
        <p:guide pos="19280"/>
        <p:guide pos="13218"/>
        <p:guide pos="279"/>
        <p:guide pos="6340"/>
        <p:guide pos="6767"/>
        <p:guide pos="12830"/>
        <p:guide pos="6962"/>
        <p:guide pos="126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769625451314317E-2"/>
          <c:y val="8.0550297159469431E-2"/>
          <c:w val="0.94846074909737133"/>
          <c:h val="0.88780494324216763"/>
        </c:manualLayout>
      </c:layout>
      <c:barChart>
        <c:barDir val="col"/>
        <c:grouping val="stacked"/>
        <c:varyColors val="0"/>
        <c:ser>
          <c:idx val="0"/>
          <c:order val="0"/>
          <c:tx>
            <c:strRef>
              <c:f>Sheet1!$E$5</c:f>
              <c:strCache>
                <c:ptCount val="1"/>
                <c:pt idx="0">
                  <c:v>Not OOS</c:v>
                </c:pt>
              </c:strCache>
            </c:strRef>
          </c:tx>
          <c:spPr>
            <a:solidFill>
              <a:schemeClr val="tx1"/>
            </a:solidFill>
            <a:ln>
              <a:noFill/>
            </a:ln>
            <a:effectLst/>
          </c:spPr>
          <c:invertIfNegative val="0"/>
          <c:cat>
            <c:strRef>
              <c:f>Sheet1!$D$6:$D$9</c:f>
              <c:strCache>
                <c:ptCount val="4"/>
                <c:pt idx="0">
                  <c:v>Overall</c:v>
                </c:pt>
                <c:pt idx="1">
                  <c:v>Seafood</c:v>
                </c:pt>
                <c:pt idx="2">
                  <c:v>Bakery</c:v>
                </c:pt>
                <c:pt idx="3">
                  <c:v>Dairy</c:v>
                </c:pt>
              </c:strCache>
            </c:strRef>
          </c:cat>
          <c:val>
            <c:numRef>
              <c:f>Sheet1!$E$6:$E$9</c:f>
              <c:numCache>
                <c:formatCode>General</c:formatCode>
                <c:ptCount val="4"/>
                <c:pt idx="0">
                  <c:v>95</c:v>
                </c:pt>
                <c:pt idx="1">
                  <c:v>79</c:v>
                </c:pt>
                <c:pt idx="2">
                  <c:v>93</c:v>
                </c:pt>
                <c:pt idx="3">
                  <c:v>97</c:v>
                </c:pt>
              </c:numCache>
            </c:numRef>
          </c:val>
          <c:extLst>
            <c:ext xmlns:c16="http://schemas.microsoft.com/office/drawing/2014/chart" uri="{C3380CC4-5D6E-409C-BE32-E72D297353CC}">
              <c16:uniqueId val="{00000000-091B-9C4D-A1E3-17CA655ECBC8}"/>
            </c:ext>
          </c:extLst>
        </c:ser>
        <c:ser>
          <c:idx val="1"/>
          <c:order val="1"/>
          <c:tx>
            <c:strRef>
              <c:f>Sheet1!$F$5</c:f>
              <c:strCache>
                <c:ptCount val="1"/>
                <c:pt idx="0">
                  <c:v>OOS</c:v>
                </c:pt>
              </c:strCache>
            </c:strRef>
          </c:tx>
          <c:spPr>
            <a:solidFill>
              <a:srgbClr val="B1810B"/>
            </a:solidFill>
            <a:ln>
              <a:noFill/>
            </a:ln>
            <a:effectLst/>
          </c:spPr>
          <c:invertIfNegative val="0"/>
          <c:cat>
            <c:strRef>
              <c:f>Sheet1!$D$6:$D$9</c:f>
              <c:strCache>
                <c:ptCount val="4"/>
                <c:pt idx="0">
                  <c:v>Overall</c:v>
                </c:pt>
                <c:pt idx="1">
                  <c:v>Seafood</c:v>
                </c:pt>
                <c:pt idx="2">
                  <c:v>Bakery</c:v>
                </c:pt>
                <c:pt idx="3">
                  <c:v>Dairy</c:v>
                </c:pt>
              </c:strCache>
            </c:strRef>
          </c:cat>
          <c:val>
            <c:numRef>
              <c:f>Sheet1!$F$6:$F$9</c:f>
              <c:numCache>
                <c:formatCode>General</c:formatCode>
                <c:ptCount val="4"/>
                <c:pt idx="0">
                  <c:v>5</c:v>
                </c:pt>
                <c:pt idx="1">
                  <c:v>21</c:v>
                </c:pt>
                <c:pt idx="2">
                  <c:v>7</c:v>
                </c:pt>
                <c:pt idx="3">
                  <c:v>3</c:v>
                </c:pt>
              </c:numCache>
            </c:numRef>
          </c:val>
          <c:extLst>
            <c:ext xmlns:c16="http://schemas.microsoft.com/office/drawing/2014/chart" uri="{C3380CC4-5D6E-409C-BE32-E72D297353CC}">
              <c16:uniqueId val="{00000001-091B-9C4D-A1E3-17CA655ECBC8}"/>
            </c:ext>
          </c:extLst>
        </c:ser>
        <c:dLbls>
          <c:showLegendKey val="0"/>
          <c:showVal val="0"/>
          <c:showCatName val="0"/>
          <c:showSerName val="0"/>
          <c:showPercent val="0"/>
          <c:showBubbleSize val="0"/>
        </c:dLbls>
        <c:gapWidth val="46"/>
        <c:overlap val="100"/>
        <c:axId val="725926176"/>
        <c:axId val="729055408"/>
      </c:barChart>
      <c:catAx>
        <c:axId val="725926176"/>
        <c:scaling>
          <c:orientation val="minMax"/>
        </c:scaling>
        <c:delete val="1"/>
        <c:axPos val="b"/>
        <c:numFmt formatCode="General" sourceLinked="1"/>
        <c:majorTickMark val="none"/>
        <c:minorTickMark val="none"/>
        <c:tickLblPos val="nextTo"/>
        <c:crossAx val="729055408"/>
        <c:crosses val="autoZero"/>
        <c:auto val="1"/>
        <c:lblAlgn val="ctr"/>
        <c:lblOffset val="100"/>
        <c:noMultiLvlLbl val="0"/>
      </c:catAx>
      <c:valAx>
        <c:axId val="729055408"/>
        <c:scaling>
          <c:orientation val="minMax"/>
        </c:scaling>
        <c:delete val="1"/>
        <c:axPos val="l"/>
        <c:numFmt formatCode="General" sourceLinked="1"/>
        <c:majorTickMark val="none"/>
        <c:minorTickMark val="none"/>
        <c:tickLblPos val="nextTo"/>
        <c:crossAx val="7259261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23556658330265E-2"/>
          <c:y val="4.0683836642690194E-2"/>
          <c:w val="0.97715289982425302"/>
          <c:h val="0.94537815126050417"/>
        </c:manualLayout>
      </c:layout>
      <c:barChart>
        <c:barDir val="col"/>
        <c:grouping val="stacked"/>
        <c:varyColors val="0"/>
        <c:ser>
          <c:idx val="0"/>
          <c:order val="0"/>
          <c:spPr>
            <a:no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1-4E79-4242-B2C3-7F47CD5DC7C6}"/>
              </c:ext>
            </c:extLst>
          </c:dPt>
          <c:dPt>
            <c:idx val="6"/>
            <c:invertIfNegative val="0"/>
            <c:bubble3D val="0"/>
            <c:spPr>
              <a:solidFill>
                <a:srgbClr val="CFB991"/>
              </a:solidFill>
              <a:ln>
                <a:noFill/>
              </a:ln>
            </c:spPr>
            <c:extLst>
              <c:ext xmlns:c16="http://schemas.microsoft.com/office/drawing/2014/chart" uri="{C3380CC4-5D6E-409C-BE32-E72D297353CC}">
                <c16:uniqueId val="{00000003-4E79-4242-B2C3-7F47CD5DC7C6}"/>
              </c:ext>
            </c:extLst>
          </c:dPt>
          <c:val>
            <c:numRef>
              <c:f>Sheet1!$A$1:$G$1</c:f>
              <c:numCache>
                <c:formatCode>General</c:formatCode>
                <c:ptCount val="7"/>
                <c:pt idx="0">
                  <c:v>7878370.4703305205</c:v>
                </c:pt>
                <c:pt idx="1">
                  <c:v>7878370.4703305205</c:v>
                </c:pt>
                <c:pt idx="2">
                  <c:v>28840694.88677163</c:v>
                </c:pt>
                <c:pt idx="3">
                  <c:v>40320079.27253291</c:v>
                </c:pt>
                <c:pt idx="4">
                  <c:v>42440667.669644125</c:v>
                </c:pt>
                <c:pt idx="5">
                  <c:v>44765953.470087722</c:v>
                </c:pt>
                <c:pt idx="6">
                  <c:v>50626477.470087722</c:v>
                </c:pt>
              </c:numCache>
            </c:numRef>
          </c:val>
          <c:extLst>
            <c:ext xmlns:c16="http://schemas.microsoft.com/office/drawing/2014/chart" uri="{C3380CC4-5D6E-409C-BE32-E72D297353CC}">
              <c16:uniqueId val="{00000004-4E79-4242-B2C3-7F47CD5DC7C6}"/>
            </c:ext>
          </c:extLst>
        </c:ser>
        <c:ser>
          <c:idx val="1"/>
          <c:order val="1"/>
          <c:spPr>
            <a:solidFill>
              <a:schemeClr val="tx1"/>
            </a:solidFill>
            <a:ln>
              <a:noFill/>
            </a:ln>
          </c:spPr>
          <c:invertIfNegative val="0"/>
          <c:dPt>
            <c:idx val="5"/>
            <c:invertIfNegative val="0"/>
            <c:bubble3D val="0"/>
            <c:extLst>
              <c:ext xmlns:c16="http://schemas.microsoft.com/office/drawing/2014/chart" uri="{C3380CC4-5D6E-409C-BE32-E72D297353CC}">
                <c16:uniqueId val="{00000006-4E79-4242-B2C3-7F47CD5DC7C6}"/>
              </c:ext>
            </c:extLst>
          </c:dPt>
          <c:val>
            <c:numRef>
              <c:f>Sheet1!$A$2:$G$2</c:f>
              <c:numCache>
                <c:formatCode>General</c:formatCode>
                <c:ptCount val="7"/>
                <c:pt idx="1">
                  <c:v>20962324.416441109</c:v>
                </c:pt>
                <c:pt idx="2">
                  <c:v>11479384.38576128</c:v>
                </c:pt>
                <c:pt idx="3">
                  <c:v>2120588.3971112147</c:v>
                </c:pt>
                <c:pt idx="4">
                  <c:v>2325285.8004435971</c:v>
                </c:pt>
                <c:pt idx="5">
                  <c:v>5860524</c:v>
                </c:pt>
              </c:numCache>
            </c:numRef>
          </c:val>
          <c:extLst>
            <c:ext xmlns:c16="http://schemas.microsoft.com/office/drawing/2014/chart" uri="{C3380CC4-5D6E-409C-BE32-E72D297353CC}">
              <c16:uniqueId val="{00000007-4E79-4242-B2C3-7F47CD5DC7C6}"/>
            </c:ext>
          </c:extLst>
        </c:ser>
        <c:dLbls>
          <c:showLegendKey val="0"/>
          <c:showVal val="0"/>
          <c:showCatName val="0"/>
          <c:showSerName val="0"/>
          <c:showPercent val="0"/>
          <c:showBubbleSize val="0"/>
        </c:dLbls>
        <c:gapWidth val="80"/>
        <c:overlap val="100"/>
        <c:axId val="820952120"/>
        <c:axId val="1"/>
      </c:barChart>
      <c:catAx>
        <c:axId val="82095212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50626477.470087722"/>
          <c:min val="0"/>
        </c:scaling>
        <c:delete val="1"/>
        <c:axPos val="l"/>
        <c:numFmt formatCode="General" sourceLinked="1"/>
        <c:majorTickMark val="out"/>
        <c:minorTickMark val="none"/>
        <c:tickLblPos val="nextTo"/>
        <c:crossAx val="820952120"/>
        <c:crosses val="min"/>
        <c:crossBetween val="between"/>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567336-4EDE-4D00-85BA-78B033B09C73}"/>
              </a:ext>
            </a:extLst>
          </p:cNvPr>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629C332-A106-431A-8CF9-4C7E966767BE}"/>
              </a:ext>
            </a:extLst>
          </p:cNvPr>
          <p:cNvSpPr>
            <a:spLocks noGrp="1"/>
          </p:cNvSpPr>
          <p:nvPr>
            <p:ph type="dt" sz="quarter" idx="1"/>
          </p:nvPr>
        </p:nvSpPr>
        <p:spPr>
          <a:xfrm>
            <a:off x="22431375" y="0"/>
            <a:ext cx="17159288" cy="1984375"/>
          </a:xfrm>
          <a:prstGeom prst="rect">
            <a:avLst/>
          </a:prstGeom>
        </p:spPr>
        <p:txBody>
          <a:bodyPr vert="horz" lIns="91440" tIns="45720" rIns="91440" bIns="45720" rtlCol="0"/>
          <a:lstStyle>
            <a:lvl1pPr algn="r">
              <a:defRPr sz="1200"/>
            </a:lvl1pPr>
          </a:lstStyle>
          <a:p>
            <a:fld id="{A1989CD4-C2C3-40A0-9FF9-B395EEEFAF44}" type="datetimeFigureOut">
              <a:rPr lang="en-US" smtClean="0"/>
              <a:t>11/11/25</a:t>
            </a:fld>
            <a:endParaRPr lang="en-US"/>
          </a:p>
        </p:txBody>
      </p:sp>
      <p:sp>
        <p:nvSpPr>
          <p:cNvPr id="4" name="Footer Placeholder 3">
            <a:extLst>
              <a:ext uri="{FF2B5EF4-FFF2-40B4-BE49-F238E27FC236}">
                <a16:creationId xmlns:a16="http://schemas.microsoft.com/office/drawing/2014/main" id="{51834825-B1F4-466C-B112-198737BB2576}"/>
              </a:ext>
            </a:extLst>
          </p:cNvPr>
          <p:cNvSpPr>
            <a:spLocks noGrp="1"/>
          </p:cNvSpPr>
          <p:nvPr>
            <p:ph type="ftr" sz="quarter" idx="2"/>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87FB0F-963F-4CF1-89EC-6C1F8FB613E5}"/>
              </a:ext>
            </a:extLst>
          </p:cNvPr>
          <p:cNvSpPr>
            <a:spLocks noGrp="1"/>
          </p:cNvSpPr>
          <p:nvPr>
            <p:ph type="sldNum" sz="quarter" idx="3"/>
          </p:nvPr>
        </p:nvSpPr>
        <p:spPr>
          <a:xfrm>
            <a:off x="22431375" y="37615813"/>
            <a:ext cx="17159288" cy="1984375"/>
          </a:xfrm>
          <a:prstGeom prst="rect">
            <a:avLst/>
          </a:prstGeom>
        </p:spPr>
        <p:txBody>
          <a:bodyPr vert="horz" lIns="91440" tIns="45720" rIns="91440" bIns="45720" rtlCol="0" anchor="b"/>
          <a:lstStyle>
            <a:lvl1pPr algn="r">
              <a:defRPr sz="1200"/>
            </a:lvl1pPr>
          </a:lstStyle>
          <a:p>
            <a:fld id="{AD094531-855D-4471-89B7-0A3C8863AA34}" type="slidenum">
              <a:rPr lang="en-US" smtClean="0"/>
              <a:t>‹#›</a:t>
            </a:fld>
            <a:endParaRPr lang="en-US"/>
          </a:p>
        </p:txBody>
      </p:sp>
    </p:spTree>
    <p:extLst>
      <p:ext uri="{BB962C8B-B14F-4D97-AF65-F5344CB8AC3E}">
        <p14:creationId xmlns:p14="http://schemas.microsoft.com/office/powerpoint/2010/main" val="34701621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2431375" y="0"/>
            <a:ext cx="17159288" cy="1984375"/>
          </a:xfrm>
          <a:prstGeom prst="rect">
            <a:avLst/>
          </a:prstGeom>
        </p:spPr>
        <p:txBody>
          <a:bodyPr vert="horz" lIns="91440" tIns="45720" rIns="91440" bIns="45720" rtlCol="0"/>
          <a:lstStyle>
            <a:lvl1pPr algn="r">
              <a:defRPr sz="1200"/>
            </a:lvl1pPr>
          </a:lstStyle>
          <a:p>
            <a:fld id="{53E82495-20E6-4DC4-B68F-C6FBB8E26F6D}" type="datetimeFigureOut">
              <a:rPr lang="en-US" smtClean="0"/>
              <a:t>11/11/25</a:t>
            </a:fld>
            <a:endParaRPr lang="en-US"/>
          </a:p>
        </p:txBody>
      </p:sp>
      <p:sp>
        <p:nvSpPr>
          <p:cNvPr id="4" name="Slide Image Placeholder 3"/>
          <p:cNvSpPr>
            <a:spLocks noGrp="1" noRot="1" noChangeAspect="1"/>
          </p:cNvSpPr>
          <p:nvPr>
            <p:ph type="sldImg" idx="2"/>
          </p:nvPr>
        </p:nvSpPr>
        <p:spPr>
          <a:xfrm>
            <a:off x="9702800" y="4949825"/>
            <a:ext cx="20196175" cy="133651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960813" y="19057938"/>
            <a:ext cx="31680150" cy="15592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2431375" y="37615813"/>
            <a:ext cx="17159288" cy="1984375"/>
          </a:xfrm>
          <a:prstGeom prst="rect">
            <a:avLst/>
          </a:prstGeom>
        </p:spPr>
        <p:txBody>
          <a:bodyPr vert="horz" lIns="91440" tIns="45720" rIns="91440" bIns="45720" rtlCol="0" anchor="b"/>
          <a:lstStyle>
            <a:lvl1pPr algn="r">
              <a:defRPr sz="1200"/>
            </a:lvl1pPr>
          </a:lstStyle>
          <a:p>
            <a:fld id="{D0A6B59D-2217-4338-9D1B-7E5E82C89B81}" type="slidenum">
              <a:rPr lang="en-US" smtClean="0"/>
              <a:t>‹#›</a:t>
            </a:fld>
            <a:endParaRPr lang="en-US"/>
          </a:p>
        </p:txBody>
      </p:sp>
    </p:spTree>
    <p:extLst>
      <p:ext uri="{BB962C8B-B14F-4D97-AF65-F5344CB8AC3E}">
        <p14:creationId xmlns:p14="http://schemas.microsoft.com/office/powerpoint/2010/main" val="2227413999"/>
      </p:ext>
    </p:extLst>
  </p:cSld>
  <p:clrMap bg1="lt1" tx1="dk1" bg2="lt2" tx2="dk2" accent1="accent1" accent2="accent2" accent3="accent3" accent4="accent4" accent5="accent5" accent6="accent6" hlink="hlink" folHlink="folHlink"/>
  <p:notesStyle>
    <a:lvl1pPr marL="0" algn="l" defTabSz="868654" rtl="0" eaLnBrk="1" latinLnBrk="0" hangingPunct="1">
      <a:defRPr sz="1140" kern="1200">
        <a:solidFill>
          <a:schemeClr val="tx1"/>
        </a:solidFill>
        <a:latin typeface="+mn-lt"/>
        <a:ea typeface="+mn-ea"/>
        <a:cs typeface="+mn-cs"/>
      </a:defRPr>
    </a:lvl1pPr>
    <a:lvl2pPr marL="434327" algn="l" defTabSz="868654" rtl="0" eaLnBrk="1" latinLnBrk="0" hangingPunct="1">
      <a:defRPr sz="1140" kern="1200">
        <a:solidFill>
          <a:schemeClr val="tx1"/>
        </a:solidFill>
        <a:latin typeface="+mn-lt"/>
        <a:ea typeface="+mn-ea"/>
        <a:cs typeface="+mn-cs"/>
      </a:defRPr>
    </a:lvl2pPr>
    <a:lvl3pPr marL="868654" algn="l" defTabSz="868654" rtl="0" eaLnBrk="1" latinLnBrk="0" hangingPunct="1">
      <a:defRPr sz="1140" kern="1200">
        <a:solidFill>
          <a:schemeClr val="tx1"/>
        </a:solidFill>
        <a:latin typeface="+mn-lt"/>
        <a:ea typeface="+mn-ea"/>
        <a:cs typeface="+mn-cs"/>
      </a:defRPr>
    </a:lvl3pPr>
    <a:lvl4pPr marL="1302981" algn="l" defTabSz="868654" rtl="0" eaLnBrk="1" latinLnBrk="0" hangingPunct="1">
      <a:defRPr sz="1140" kern="1200">
        <a:solidFill>
          <a:schemeClr val="tx1"/>
        </a:solidFill>
        <a:latin typeface="+mn-lt"/>
        <a:ea typeface="+mn-ea"/>
        <a:cs typeface="+mn-cs"/>
      </a:defRPr>
    </a:lvl4pPr>
    <a:lvl5pPr marL="1737308" algn="l" defTabSz="868654" rtl="0" eaLnBrk="1" latinLnBrk="0" hangingPunct="1">
      <a:defRPr sz="1140" kern="1200">
        <a:solidFill>
          <a:schemeClr val="tx1"/>
        </a:solidFill>
        <a:latin typeface="+mn-lt"/>
        <a:ea typeface="+mn-ea"/>
        <a:cs typeface="+mn-cs"/>
      </a:defRPr>
    </a:lvl5pPr>
    <a:lvl6pPr marL="2171634" algn="l" defTabSz="868654" rtl="0" eaLnBrk="1" latinLnBrk="0" hangingPunct="1">
      <a:defRPr sz="1140" kern="1200">
        <a:solidFill>
          <a:schemeClr val="tx1"/>
        </a:solidFill>
        <a:latin typeface="+mn-lt"/>
        <a:ea typeface="+mn-ea"/>
        <a:cs typeface="+mn-cs"/>
      </a:defRPr>
    </a:lvl6pPr>
    <a:lvl7pPr marL="2605962" algn="l" defTabSz="868654" rtl="0" eaLnBrk="1" latinLnBrk="0" hangingPunct="1">
      <a:defRPr sz="1140" kern="1200">
        <a:solidFill>
          <a:schemeClr val="tx1"/>
        </a:solidFill>
        <a:latin typeface="+mn-lt"/>
        <a:ea typeface="+mn-ea"/>
        <a:cs typeface="+mn-cs"/>
      </a:defRPr>
    </a:lvl7pPr>
    <a:lvl8pPr marL="3040289" algn="l" defTabSz="868654" rtl="0" eaLnBrk="1" latinLnBrk="0" hangingPunct="1">
      <a:defRPr sz="1140" kern="1200">
        <a:solidFill>
          <a:schemeClr val="tx1"/>
        </a:solidFill>
        <a:latin typeface="+mn-lt"/>
        <a:ea typeface="+mn-ea"/>
        <a:cs typeface="+mn-cs"/>
      </a:defRPr>
    </a:lvl8pPr>
    <a:lvl9pPr marL="3474616" algn="l" defTabSz="868654" rtl="0" eaLnBrk="1" latinLnBrk="0" hangingPunct="1">
      <a:defRPr sz="11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2171" y="6391116"/>
            <a:ext cx="26425262" cy="4410415"/>
          </a:xfrm>
        </p:spPr>
        <p:txBody>
          <a:bodyPr/>
          <a:lstStyle/>
          <a:p>
            <a:r>
              <a:rPr lang="en-US"/>
              <a:t>Click to edit Master title style</a:t>
            </a:r>
          </a:p>
        </p:txBody>
      </p:sp>
      <p:sp>
        <p:nvSpPr>
          <p:cNvPr id="3" name="Subtitle 2"/>
          <p:cNvSpPr>
            <a:spLocks noGrp="1"/>
          </p:cNvSpPr>
          <p:nvPr>
            <p:ph type="subTitle" idx="1"/>
          </p:nvPr>
        </p:nvSpPr>
        <p:spPr>
          <a:xfrm>
            <a:off x="4663217" y="11658777"/>
            <a:ext cx="21763169" cy="5257460"/>
          </a:xfrm>
        </p:spPr>
        <p:txBody>
          <a:bodyPr/>
          <a:lstStyle>
            <a:lvl1pPr marL="0" indent="0" algn="ctr">
              <a:buNone/>
              <a:defRPr/>
            </a:lvl1pPr>
            <a:lvl2pPr marL="181012" indent="0" algn="ctr">
              <a:buNone/>
              <a:defRPr/>
            </a:lvl2pPr>
            <a:lvl3pPr marL="362024" indent="0" algn="ctr">
              <a:buNone/>
              <a:defRPr/>
            </a:lvl3pPr>
            <a:lvl4pPr marL="543035" indent="0" algn="ctr">
              <a:buNone/>
              <a:defRPr/>
            </a:lvl4pPr>
            <a:lvl5pPr marL="724047" indent="0" algn="ctr">
              <a:buNone/>
              <a:defRPr/>
            </a:lvl5pPr>
            <a:lvl6pPr marL="905057" indent="0" algn="ctr">
              <a:buNone/>
              <a:defRPr/>
            </a:lvl6pPr>
            <a:lvl7pPr marL="1086069" indent="0" algn="ctr">
              <a:buNone/>
              <a:defRPr/>
            </a:lvl7pPr>
            <a:lvl8pPr marL="1267081" indent="0" algn="ctr">
              <a:buNone/>
              <a:defRPr/>
            </a:lvl8pPr>
            <a:lvl9pPr marL="1448092"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E7914F9-150E-43ED-BA4B-5CBC7DBD3A27}" type="slidenum">
              <a:rPr lang="en-AU" altLang="en-US"/>
              <a:pPr/>
              <a:t>‹#›</a:t>
            </a:fld>
            <a:endParaRPr lang="en-AU" altLang="en-US"/>
          </a:p>
        </p:txBody>
      </p:sp>
    </p:spTree>
    <p:extLst>
      <p:ext uri="{BB962C8B-B14F-4D97-AF65-F5344CB8AC3E}">
        <p14:creationId xmlns:p14="http://schemas.microsoft.com/office/powerpoint/2010/main" val="2339772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76114BF-9C08-4236-B599-3CC67DCBCE64}" type="slidenum">
              <a:rPr lang="en-AU" altLang="en-US"/>
              <a:pPr/>
              <a:t>‹#›</a:t>
            </a:fld>
            <a:endParaRPr lang="en-AU" altLang="en-US"/>
          </a:p>
        </p:txBody>
      </p:sp>
    </p:spTree>
    <p:extLst>
      <p:ext uri="{BB962C8B-B14F-4D97-AF65-F5344CB8AC3E}">
        <p14:creationId xmlns:p14="http://schemas.microsoft.com/office/powerpoint/2010/main" val="2287961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5867" y="13221041"/>
            <a:ext cx="26426386" cy="4085544"/>
          </a:xfrm>
        </p:spPr>
        <p:txBody>
          <a:bodyPr anchor="t"/>
          <a:lstStyle>
            <a:lvl1pPr algn="l">
              <a:defRPr sz="1585" b="1" cap="all"/>
            </a:lvl1pPr>
          </a:lstStyle>
          <a:p>
            <a:r>
              <a:rPr lang="en-US"/>
              <a:t>Click to edit Master title style</a:t>
            </a:r>
          </a:p>
        </p:txBody>
      </p:sp>
      <p:sp>
        <p:nvSpPr>
          <p:cNvPr id="3" name="Text Placeholder 2"/>
          <p:cNvSpPr>
            <a:spLocks noGrp="1"/>
          </p:cNvSpPr>
          <p:nvPr>
            <p:ph type="body" idx="1"/>
          </p:nvPr>
        </p:nvSpPr>
        <p:spPr>
          <a:xfrm>
            <a:off x="2455867" y="8720481"/>
            <a:ext cx="26426386" cy="4500563"/>
          </a:xfrm>
        </p:spPr>
        <p:txBody>
          <a:bodyPr anchor="b"/>
          <a:lstStyle>
            <a:lvl1pPr marL="0" indent="0">
              <a:buNone/>
              <a:defRPr sz="791"/>
            </a:lvl1pPr>
            <a:lvl2pPr marL="181012" indent="0">
              <a:buNone/>
              <a:defRPr sz="714"/>
            </a:lvl2pPr>
            <a:lvl3pPr marL="362024" indent="0">
              <a:buNone/>
              <a:defRPr sz="633"/>
            </a:lvl3pPr>
            <a:lvl4pPr marL="543035" indent="0">
              <a:buNone/>
              <a:defRPr sz="555"/>
            </a:lvl4pPr>
            <a:lvl5pPr marL="724047" indent="0">
              <a:buNone/>
              <a:defRPr sz="555"/>
            </a:lvl5pPr>
            <a:lvl6pPr marL="905057" indent="0">
              <a:buNone/>
              <a:defRPr sz="555"/>
            </a:lvl6pPr>
            <a:lvl7pPr marL="1086069" indent="0">
              <a:buNone/>
              <a:defRPr sz="555"/>
            </a:lvl7pPr>
            <a:lvl8pPr marL="1267081" indent="0">
              <a:buNone/>
              <a:defRPr sz="555"/>
            </a:lvl8pPr>
            <a:lvl9pPr marL="1448092" indent="0">
              <a:buNone/>
              <a:defRPr sz="555"/>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4C87C54-71D5-4F3D-9638-FB01B112514A}" type="slidenum">
              <a:rPr lang="en-AU" altLang="en-US"/>
              <a:pPr/>
              <a:t>‹#›</a:t>
            </a:fld>
            <a:endParaRPr lang="en-AU" altLang="en-US"/>
          </a:p>
        </p:txBody>
      </p:sp>
    </p:spTree>
    <p:extLst>
      <p:ext uri="{BB962C8B-B14F-4D97-AF65-F5344CB8AC3E}">
        <p14:creationId xmlns:p14="http://schemas.microsoft.com/office/powerpoint/2010/main" val="323728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32171" y="5942920"/>
            <a:ext cx="13158656" cy="12345081"/>
          </a:xfrm>
        </p:spPr>
        <p:txBody>
          <a:bodyPr/>
          <a:lstStyle>
            <a:lvl1pPr>
              <a:defRPr sz="1108"/>
            </a:lvl1pPr>
            <a:lvl2pPr>
              <a:defRPr sz="950"/>
            </a:lvl2pPr>
            <a:lvl3pPr>
              <a:defRPr sz="791"/>
            </a:lvl3pPr>
            <a:lvl4pPr>
              <a:defRPr sz="714"/>
            </a:lvl4pPr>
            <a:lvl5pPr>
              <a:defRPr sz="714"/>
            </a:lvl5pPr>
            <a:lvl6pPr>
              <a:defRPr sz="714"/>
            </a:lvl6pPr>
            <a:lvl7pPr>
              <a:defRPr sz="714"/>
            </a:lvl7pPr>
            <a:lvl8pPr>
              <a:defRPr sz="714"/>
            </a:lvl8pPr>
            <a:lvl9pPr>
              <a:defRPr sz="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598779" y="5942920"/>
            <a:ext cx="13158656" cy="12345081"/>
          </a:xfrm>
        </p:spPr>
        <p:txBody>
          <a:bodyPr/>
          <a:lstStyle>
            <a:lvl1pPr>
              <a:defRPr sz="1108"/>
            </a:lvl1pPr>
            <a:lvl2pPr>
              <a:defRPr sz="950"/>
            </a:lvl2pPr>
            <a:lvl3pPr>
              <a:defRPr sz="791"/>
            </a:lvl3pPr>
            <a:lvl4pPr>
              <a:defRPr sz="714"/>
            </a:lvl4pPr>
            <a:lvl5pPr>
              <a:defRPr sz="714"/>
            </a:lvl5pPr>
            <a:lvl6pPr>
              <a:defRPr sz="714"/>
            </a:lvl6pPr>
            <a:lvl7pPr>
              <a:defRPr sz="714"/>
            </a:lvl7pPr>
            <a:lvl8pPr>
              <a:defRPr sz="714"/>
            </a:lvl8pPr>
            <a:lvl9pPr>
              <a:defRPr sz="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7EC6769-9FD1-495B-AF37-D39FB4533727}" type="slidenum">
              <a:rPr lang="en-AU" altLang="en-US"/>
              <a:pPr/>
              <a:t>‹#›</a:t>
            </a:fld>
            <a:endParaRPr lang="en-AU" altLang="en-US"/>
          </a:p>
        </p:txBody>
      </p:sp>
    </p:spTree>
    <p:extLst>
      <p:ext uri="{BB962C8B-B14F-4D97-AF65-F5344CB8AC3E}">
        <p14:creationId xmlns:p14="http://schemas.microsoft.com/office/powerpoint/2010/main" val="29192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54036" y="824083"/>
            <a:ext cx="27981540" cy="3429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54030" y="4605179"/>
            <a:ext cx="13736639" cy="1919457"/>
          </a:xfrm>
        </p:spPr>
        <p:txBody>
          <a:bodyPr anchor="b"/>
          <a:lstStyle>
            <a:lvl1pPr marL="0" indent="0">
              <a:buNone/>
              <a:defRPr sz="950" b="1"/>
            </a:lvl1pPr>
            <a:lvl2pPr marL="181012" indent="0">
              <a:buNone/>
              <a:defRPr sz="791" b="1"/>
            </a:lvl2pPr>
            <a:lvl3pPr marL="362024" indent="0">
              <a:buNone/>
              <a:defRPr sz="714" b="1"/>
            </a:lvl3pPr>
            <a:lvl4pPr marL="543035" indent="0">
              <a:buNone/>
              <a:defRPr sz="633" b="1"/>
            </a:lvl4pPr>
            <a:lvl5pPr marL="724047" indent="0">
              <a:buNone/>
              <a:defRPr sz="633" b="1"/>
            </a:lvl5pPr>
            <a:lvl6pPr marL="905057" indent="0">
              <a:buNone/>
              <a:defRPr sz="633" b="1"/>
            </a:lvl6pPr>
            <a:lvl7pPr marL="1086069" indent="0">
              <a:buNone/>
              <a:defRPr sz="633" b="1"/>
            </a:lvl7pPr>
            <a:lvl8pPr marL="1267081" indent="0">
              <a:buNone/>
              <a:defRPr sz="633" b="1"/>
            </a:lvl8pPr>
            <a:lvl9pPr marL="1448092" indent="0">
              <a:buNone/>
              <a:defRPr sz="633" b="1"/>
            </a:lvl9pPr>
          </a:lstStyle>
          <a:p>
            <a:pPr lvl="0"/>
            <a:r>
              <a:rPr lang="en-US"/>
              <a:t>Click to edit Master text styles</a:t>
            </a:r>
          </a:p>
        </p:txBody>
      </p:sp>
      <p:sp>
        <p:nvSpPr>
          <p:cNvPr id="4" name="Content Placeholder 3"/>
          <p:cNvSpPr>
            <a:spLocks noGrp="1"/>
          </p:cNvSpPr>
          <p:nvPr>
            <p:ph sz="half" idx="2"/>
          </p:nvPr>
        </p:nvSpPr>
        <p:spPr>
          <a:xfrm>
            <a:off x="1554030" y="6524628"/>
            <a:ext cx="13736639" cy="11853522"/>
          </a:xfrm>
        </p:spPr>
        <p:txBody>
          <a:bodyPr/>
          <a:lstStyle>
            <a:lvl1pPr>
              <a:defRPr sz="950"/>
            </a:lvl1pPr>
            <a:lvl2pPr>
              <a:defRPr sz="791"/>
            </a:lvl2pPr>
            <a:lvl3pPr>
              <a:defRPr sz="714"/>
            </a:lvl3pPr>
            <a:lvl4pPr>
              <a:defRPr sz="633"/>
            </a:lvl4pPr>
            <a:lvl5pPr>
              <a:defRPr sz="633"/>
            </a:lvl5pPr>
            <a:lvl6pPr>
              <a:defRPr sz="633"/>
            </a:lvl6pPr>
            <a:lvl7pPr>
              <a:defRPr sz="633"/>
            </a:lvl7pPr>
            <a:lvl8pPr>
              <a:defRPr sz="633"/>
            </a:lvl8pPr>
            <a:lvl9pPr>
              <a:defRPr sz="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793312" y="4605179"/>
            <a:ext cx="13742260" cy="1919457"/>
          </a:xfrm>
        </p:spPr>
        <p:txBody>
          <a:bodyPr anchor="b"/>
          <a:lstStyle>
            <a:lvl1pPr marL="0" indent="0">
              <a:buNone/>
              <a:defRPr sz="950" b="1"/>
            </a:lvl1pPr>
            <a:lvl2pPr marL="181012" indent="0">
              <a:buNone/>
              <a:defRPr sz="791" b="1"/>
            </a:lvl2pPr>
            <a:lvl3pPr marL="362024" indent="0">
              <a:buNone/>
              <a:defRPr sz="714" b="1"/>
            </a:lvl3pPr>
            <a:lvl4pPr marL="543035" indent="0">
              <a:buNone/>
              <a:defRPr sz="633" b="1"/>
            </a:lvl4pPr>
            <a:lvl5pPr marL="724047" indent="0">
              <a:buNone/>
              <a:defRPr sz="633" b="1"/>
            </a:lvl5pPr>
            <a:lvl6pPr marL="905057" indent="0">
              <a:buNone/>
              <a:defRPr sz="633" b="1"/>
            </a:lvl6pPr>
            <a:lvl7pPr marL="1086069" indent="0">
              <a:buNone/>
              <a:defRPr sz="633" b="1"/>
            </a:lvl7pPr>
            <a:lvl8pPr marL="1267081" indent="0">
              <a:buNone/>
              <a:defRPr sz="633" b="1"/>
            </a:lvl8pPr>
            <a:lvl9pPr marL="1448092" indent="0">
              <a:buNone/>
              <a:defRPr sz="633" b="1"/>
            </a:lvl9pPr>
          </a:lstStyle>
          <a:p>
            <a:pPr lvl="0"/>
            <a:r>
              <a:rPr lang="en-US"/>
              <a:t>Click to edit Master text styles</a:t>
            </a:r>
          </a:p>
        </p:txBody>
      </p:sp>
      <p:sp>
        <p:nvSpPr>
          <p:cNvPr id="6" name="Content Placeholder 5"/>
          <p:cNvSpPr>
            <a:spLocks noGrp="1"/>
          </p:cNvSpPr>
          <p:nvPr>
            <p:ph sz="quarter" idx="4"/>
          </p:nvPr>
        </p:nvSpPr>
        <p:spPr>
          <a:xfrm>
            <a:off x="15793312" y="6524628"/>
            <a:ext cx="13742260" cy="11853522"/>
          </a:xfrm>
        </p:spPr>
        <p:txBody>
          <a:bodyPr/>
          <a:lstStyle>
            <a:lvl1pPr>
              <a:defRPr sz="950"/>
            </a:lvl1pPr>
            <a:lvl2pPr>
              <a:defRPr sz="791"/>
            </a:lvl2pPr>
            <a:lvl3pPr>
              <a:defRPr sz="714"/>
            </a:lvl3pPr>
            <a:lvl4pPr>
              <a:defRPr sz="633"/>
            </a:lvl4pPr>
            <a:lvl5pPr>
              <a:defRPr sz="633"/>
            </a:lvl5pPr>
            <a:lvl6pPr>
              <a:defRPr sz="633"/>
            </a:lvl6pPr>
            <a:lvl7pPr>
              <a:defRPr sz="633"/>
            </a:lvl7pPr>
            <a:lvl8pPr>
              <a:defRPr sz="633"/>
            </a:lvl8pPr>
            <a:lvl9pPr>
              <a:defRPr sz="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AU" altLang="en-US"/>
          </a:p>
        </p:txBody>
      </p:sp>
      <p:sp>
        <p:nvSpPr>
          <p:cNvPr id="8" name="Footer Placeholder 7"/>
          <p:cNvSpPr>
            <a:spLocks noGrp="1"/>
          </p:cNvSpPr>
          <p:nvPr>
            <p:ph type="ftr" sz="quarter" idx="11"/>
          </p:nvPr>
        </p:nvSpPr>
        <p:spPr/>
        <p:txBody>
          <a:bodyPr/>
          <a:lstStyle>
            <a:lvl1pPr>
              <a:defRPr/>
            </a:lvl1pPr>
          </a:lstStyle>
          <a:p>
            <a:endParaRPr lang="en-AU" altLang="en-US"/>
          </a:p>
        </p:txBody>
      </p:sp>
      <p:sp>
        <p:nvSpPr>
          <p:cNvPr id="9" name="Slide Number Placeholder 8"/>
          <p:cNvSpPr>
            <a:spLocks noGrp="1"/>
          </p:cNvSpPr>
          <p:nvPr>
            <p:ph type="sldNum" sz="quarter" idx="12"/>
          </p:nvPr>
        </p:nvSpPr>
        <p:spPr/>
        <p:txBody>
          <a:bodyPr/>
          <a:lstStyle>
            <a:lvl1pPr>
              <a:defRPr/>
            </a:lvl1pPr>
          </a:lstStyle>
          <a:p>
            <a:fld id="{D814340B-C24E-4CF1-8F2E-94BDA66FD75D}" type="slidenum">
              <a:rPr lang="en-AU" altLang="en-US"/>
              <a:pPr/>
              <a:t>‹#›</a:t>
            </a:fld>
            <a:endParaRPr lang="en-AU" altLang="en-US"/>
          </a:p>
        </p:txBody>
      </p:sp>
    </p:spTree>
    <p:extLst>
      <p:ext uri="{BB962C8B-B14F-4D97-AF65-F5344CB8AC3E}">
        <p14:creationId xmlns:p14="http://schemas.microsoft.com/office/powerpoint/2010/main" val="1012455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AU" altLang="en-US"/>
          </a:p>
        </p:txBody>
      </p:sp>
      <p:sp>
        <p:nvSpPr>
          <p:cNvPr id="4" name="Footer Placeholder 3"/>
          <p:cNvSpPr>
            <a:spLocks noGrp="1"/>
          </p:cNvSpPr>
          <p:nvPr>
            <p:ph type="ftr" sz="quarter" idx="11"/>
          </p:nvPr>
        </p:nvSpPr>
        <p:spPr/>
        <p:txBody>
          <a:bodyPr/>
          <a:lstStyle>
            <a:lvl1pPr>
              <a:defRPr/>
            </a:lvl1pPr>
          </a:lstStyle>
          <a:p>
            <a:endParaRPr lang="en-AU" altLang="en-US"/>
          </a:p>
        </p:txBody>
      </p:sp>
      <p:sp>
        <p:nvSpPr>
          <p:cNvPr id="5" name="Slide Number Placeholder 4"/>
          <p:cNvSpPr>
            <a:spLocks noGrp="1"/>
          </p:cNvSpPr>
          <p:nvPr>
            <p:ph type="sldNum" sz="quarter" idx="12"/>
          </p:nvPr>
        </p:nvSpPr>
        <p:spPr/>
        <p:txBody>
          <a:bodyPr/>
          <a:lstStyle>
            <a:lvl1pPr>
              <a:defRPr/>
            </a:lvl1pPr>
          </a:lstStyle>
          <a:p>
            <a:fld id="{8D7FF473-A988-4642-B695-D572F60BC774}" type="slidenum">
              <a:rPr lang="en-AU" altLang="en-US"/>
              <a:pPr/>
              <a:t>‹#›</a:t>
            </a:fld>
            <a:endParaRPr lang="en-AU" altLang="en-US"/>
          </a:p>
        </p:txBody>
      </p:sp>
      <p:sp>
        <p:nvSpPr>
          <p:cNvPr id="6" name="Rectangle 5">
            <a:extLst>
              <a:ext uri="{FF2B5EF4-FFF2-40B4-BE49-F238E27FC236}">
                <a16:creationId xmlns:a16="http://schemas.microsoft.com/office/drawing/2014/main" id="{B8DFA2F5-AF6C-48B2-AC53-85384609B04A}"/>
              </a:ext>
            </a:extLst>
          </p:cNvPr>
          <p:cNvSpPr/>
          <p:nvPr userDrawn="1"/>
        </p:nvSpPr>
        <p:spPr bwMode="auto">
          <a:xfrm>
            <a:off x="0" y="0"/>
            <a:ext cx="31089600"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marL="0" marR="0" indent="0" algn="l" defTabSz="633573" rtl="0" eaLnBrk="0" fontAlgn="base" latinLnBrk="0" hangingPunct="0">
              <a:lnSpc>
                <a:spcPct val="100000"/>
              </a:lnSpc>
              <a:spcBef>
                <a:spcPct val="0"/>
              </a:spcBef>
              <a:spcAft>
                <a:spcPct val="0"/>
              </a:spcAft>
              <a:buClrTx/>
              <a:buSzTx/>
              <a:buFontTx/>
              <a:buNone/>
              <a:tabLst/>
            </a:pPr>
            <a:endParaRPr kumimoji="0" lang="en-US" sz="1663"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976026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ltLang="en-US"/>
          </a:p>
        </p:txBody>
      </p:sp>
      <p:sp>
        <p:nvSpPr>
          <p:cNvPr id="3" name="Footer Placeholder 2"/>
          <p:cNvSpPr>
            <a:spLocks noGrp="1"/>
          </p:cNvSpPr>
          <p:nvPr>
            <p:ph type="ftr" sz="quarter" idx="11"/>
          </p:nvPr>
        </p:nvSpPr>
        <p:spPr/>
        <p:txBody>
          <a:bodyPr/>
          <a:lstStyle>
            <a:lvl1pPr>
              <a:defRPr/>
            </a:lvl1pPr>
          </a:lstStyle>
          <a:p>
            <a:endParaRPr lang="en-AU" altLang="en-US"/>
          </a:p>
        </p:txBody>
      </p:sp>
      <p:sp>
        <p:nvSpPr>
          <p:cNvPr id="4" name="Slide Number Placeholder 3"/>
          <p:cNvSpPr>
            <a:spLocks noGrp="1"/>
          </p:cNvSpPr>
          <p:nvPr>
            <p:ph type="sldNum" sz="quarter" idx="12"/>
          </p:nvPr>
        </p:nvSpPr>
        <p:spPr/>
        <p:txBody>
          <a:bodyPr/>
          <a:lstStyle>
            <a:lvl1pPr>
              <a:defRPr/>
            </a:lvl1pPr>
          </a:lstStyle>
          <a:p>
            <a:fld id="{D1171CD6-50C3-42F5-B102-ECB5C1E5D853}" type="slidenum">
              <a:rPr lang="en-AU" altLang="en-US"/>
              <a:pPr/>
              <a:t>‹#›</a:t>
            </a:fld>
            <a:endParaRPr lang="en-AU" altLang="en-US"/>
          </a:p>
        </p:txBody>
      </p:sp>
    </p:spTree>
    <p:extLst>
      <p:ext uri="{BB962C8B-B14F-4D97-AF65-F5344CB8AC3E}">
        <p14:creationId xmlns:p14="http://schemas.microsoft.com/office/powerpoint/2010/main" val="46717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035" y="818981"/>
            <a:ext cx="10228263" cy="3485979"/>
          </a:xfrm>
        </p:spPr>
        <p:txBody>
          <a:bodyPr anchor="b"/>
          <a:lstStyle>
            <a:lvl1pPr algn="l">
              <a:defRPr sz="791" b="1"/>
            </a:lvl1pPr>
          </a:lstStyle>
          <a:p>
            <a:r>
              <a:rPr lang="en-US"/>
              <a:t>Click to edit Master title style</a:t>
            </a:r>
          </a:p>
        </p:txBody>
      </p:sp>
      <p:sp>
        <p:nvSpPr>
          <p:cNvPr id="3" name="Content Placeholder 2"/>
          <p:cNvSpPr>
            <a:spLocks noGrp="1"/>
          </p:cNvSpPr>
          <p:nvPr>
            <p:ph idx="1"/>
          </p:nvPr>
        </p:nvSpPr>
        <p:spPr>
          <a:xfrm>
            <a:off x="12155620" y="818982"/>
            <a:ext cx="17379951" cy="17559167"/>
          </a:xfrm>
        </p:spPr>
        <p:txBody>
          <a:bodyPr/>
          <a:lstStyle>
            <a:lvl1pPr>
              <a:defRPr sz="1267"/>
            </a:lvl1pPr>
            <a:lvl2pPr>
              <a:defRPr sz="1108"/>
            </a:lvl2pPr>
            <a:lvl3pPr>
              <a:defRPr sz="950"/>
            </a:lvl3pPr>
            <a:lvl4pPr>
              <a:defRPr sz="791"/>
            </a:lvl4pPr>
            <a:lvl5pPr>
              <a:defRPr sz="791"/>
            </a:lvl5pPr>
            <a:lvl6pPr>
              <a:defRPr sz="791"/>
            </a:lvl6pPr>
            <a:lvl7pPr>
              <a:defRPr sz="791"/>
            </a:lvl7pPr>
            <a:lvl8pPr>
              <a:defRPr sz="791"/>
            </a:lvl8pPr>
            <a:lvl9pPr>
              <a:defRPr sz="7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54035" y="4304959"/>
            <a:ext cx="10228263" cy="14073188"/>
          </a:xfrm>
        </p:spPr>
        <p:txBody>
          <a:bodyPr/>
          <a:lstStyle>
            <a:lvl1pPr marL="0" indent="0">
              <a:buNone/>
              <a:defRPr sz="555"/>
            </a:lvl1pPr>
            <a:lvl2pPr marL="181012" indent="0">
              <a:buNone/>
              <a:defRPr sz="476"/>
            </a:lvl2pPr>
            <a:lvl3pPr marL="362024" indent="0">
              <a:buNone/>
              <a:defRPr sz="395"/>
            </a:lvl3pPr>
            <a:lvl4pPr marL="543035" indent="0">
              <a:buNone/>
              <a:defRPr sz="357"/>
            </a:lvl4pPr>
            <a:lvl5pPr marL="724047" indent="0">
              <a:buNone/>
              <a:defRPr sz="357"/>
            </a:lvl5pPr>
            <a:lvl6pPr marL="905057" indent="0">
              <a:buNone/>
              <a:defRPr sz="357"/>
            </a:lvl6pPr>
            <a:lvl7pPr marL="1086069" indent="0">
              <a:buNone/>
              <a:defRPr sz="357"/>
            </a:lvl7pPr>
            <a:lvl8pPr marL="1267081" indent="0">
              <a:buNone/>
              <a:defRPr sz="357"/>
            </a:lvl8pPr>
            <a:lvl9pPr marL="1448092" indent="0">
              <a:buNone/>
              <a:defRPr sz="357"/>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F27BF72-D86B-4CC1-A0A4-AB6BFFE07AFD}" type="slidenum">
              <a:rPr lang="en-AU" altLang="en-US"/>
              <a:pPr/>
              <a:t>‹#›</a:t>
            </a:fld>
            <a:endParaRPr lang="en-AU" altLang="en-US"/>
          </a:p>
        </p:txBody>
      </p:sp>
    </p:spTree>
    <p:extLst>
      <p:ext uri="{BB962C8B-B14F-4D97-AF65-F5344CB8AC3E}">
        <p14:creationId xmlns:p14="http://schemas.microsoft.com/office/powerpoint/2010/main" val="266775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3555" y="14401462"/>
            <a:ext cx="18653984" cy="1700893"/>
          </a:xfrm>
        </p:spPr>
        <p:txBody>
          <a:bodyPr anchor="b"/>
          <a:lstStyle>
            <a:lvl1pPr algn="l">
              <a:defRPr sz="791" b="1"/>
            </a:lvl1pPr>
          </a:lstStyle>
          <a:p>
            <a:r>
              <a:rPr lang="en-US"/>
              <a:t>Click to edit Master title style</a:t>
            </a:r>
          </a:p>
        </p:txBody>
      </p:sp>
      <p:sp>
        <p:nvSpPr>
          <p:cNvPr id="3" name="Picture Placeholder 2"/>
          <p:cNvSpPr>
            <a:spLocks noGrp="1"/>
          </p:cNvSpPr>
          <p:nvPr>
            <p:ph type="pic" idx="1"/>
          </p:nvPr>
        </p:nvSpPr>
        <p:spPr>
          <a:xfrm>
            <a:off x="6093555" y="1838672"/>
            <a:ext cx="18653984" cy="12344230"/>
          </a:xfrm>
        </p:spPr>
        <p:txBody>
          <a:bodyPr/>
          <a:lstStyle>
            <a:lvl1pPr marL="0" indent="0">
              <a:buNone/>
              <a:defRPr sz="1267"/>
            </a:lvl1pPr>
            <a:lvl2pPr marL="181012" indent="0">
              <a:buNone/>
              <a:defRPr sz="1108"/>
            </a:lvl2pPr>
            <a:lvl3pPr marL="362024" indent="0">
              <a:buNone/>
              <a:defRPr sz="950"/>
            </a:lvl3pPr>
            <a:lvl4pPr marL="543035" indent="0">
              <a:buNone/>
              <a:defRPr sz="791"/>
            </a:lvl4pPr>
            <a:lvl5pPr marL="724047" indent="0">
              <a:buNone/>
              <a:defRPr sz="791"/>
            </a:lvl5pPr>
            <a:lvl6pPr marL="905057" indent="0">
              <a:buNone/>
              <a:defRPr sz="791"/>
            </a:lvl6pPr>
            <a:lvl7pPr marL="1086069" indent="0">
              <a:buNone/>
              <a:defRPr sz="791"/>
            </a:lvl7pPr>
            <a:lvl8pPr marL="1267081" indent="0">
              <a:buNone/>
              <a:defRPr sz="791"/>
            </a:lvl8pPr>
            <a:lvl9pPr marL="1448092" indent="0">
              <a:buNone/>
              <a:defRPr sz="791"/>
            </a:lvl9pPr>
          </a:lstStyle>
          <a:p>
            <a:r>
              <a:rPr lang="en-US"/>
              <a:t>Click icon to add picture</a:t>
            </a:r>
          </a:p>
        </p:txBody>
      </p:sp>
      <p:sp>
        <p:nvSpPr>
          <p:cNvPr id="4" name="Text Placeholder 3"/>
          <p:cNvSpPr>
            <a:spLocks noGrp="1"/>
          </p:cNvSpPr>
          <p:nvPr>
            <p:ph type="body" sz="half" idx="2"/>
          </p:nvPr>
        </p:nvSpPr>
        <p:spPr>
          <a:xfrm>
            <a:off x="6093555" y="16102362"/>
            <a:ext cx="18653984" cy="2414418"/>
          </a:xfrm>
        </p:spPr>
        <p:txBody>
          <a:bodyPr/>
          <a:lstStyle>
            <a:lvl1pPr marL="0" indent="0">
              <a:buNone/>
              <a:defRPr sz="555"/>
            </a:lvl1pPr>
            <a:lvl2pPr marL="181012" indent="0">
              <a:buNone/>
              <a:defRPr sz="476"/>
            </a:lvl2pPr>
            <a:lvl3pPr marL="362024" indent="0">
              <a:buNone/>
              <a:defRPr sz="395"/>
            </a:lvl3pPr>
            <a:lvl4pPr marL="543035" indent="0">
              <a:buNone/>
              <a:defRPr sz="357"/>
            </a:lvl4pPr>
            <a:lvl5pPr marL="724047" indent="0">
              <a:buNone/>
              <a:defRPr sz="357"/>
            </a:lvl5pPr>
            <a:lvl6pPr marL="905057" indent="0">
              <a:buNone/>
              <a:defRPr sz="357"/>
            </a:lvl6pPr>
            <a:lvl7pPr marL="1086069" indent="0">
              <a:buNone/>
              <a:defRPr sz="357"/>
            </a:lvl7pPr>
            <a:lvl8pPr marL="1267081" indent="0">
              <a:buNone/>
              <a:defRPr sz="357"/>
            </a:lvl8pPr>
            <a:lvl9pPr marL="1448092" indent="0">
              <a:buNone/>
              <a:defRPr sz="357"/>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A3388DA4-D5E8-40AB-8BF2-B8F067ACA6A5}" type="slidenum">
              <a:rPr lang="en-AU" altLang="en-US"/>
              <a:pPr/>
              <a:t>‹#›</a:t>
            </a:fld>
            <a:endParaRPr lang="en-AU" altLang="en-US"/>
          </a:p>
        </p:txBody>
      </p:sp>
    </p:spTree>
    <p:extLst>
      <p:ext uri="{BB962C8B-B14F-4D97-AF65-F5344CB8AC3E}">
        <p14:creationId xmlns:p14="http://schemas.microsoft.com/office/powerpoint/2010/main" val="420400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BA678339-05F4-4347-9E9C-6AEF31B1B524}" type="slidenum">
              <a:rPr lang="en-AU" altLang="en-US"/>
              <a:pPr/>
              <a:t>‹#›</a:t>
            </a:fld>
            <a:endParaRPr lang="en-AU" altLang="en-US"/>
          </a:p>
        </p:txBody>
      </p:sp>
    </p:spTree>
    <p:extLst>
      <p:ext uri="{BB962C8B-B14F-4D97-AF65-F5344CB8AC3E}">
        <p14:creationId xmlns:p14="http://schemas.microsoft.com/office/powerpoint/2010/main" val="3521167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151119" y="1828464"/>
            <a:ext cx="6606315" cy="1645954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332170" y="1828464"/>
            <a:ext cx="19710996" cy="164595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D5BFA30-CF48-4A8D-A4B4-5705D222FB1F}" type="slidenum">
              <a:rPr lang="en-AU" altLang="en-US"/>
              <a:pPr/>
              <a:t>‹#›</a:t>
            </a:fld>
            <a:endParaRPr lang="en-AU" altLang="en-US"/>
          </a:p>
        </p:txBody>
      </p:sp>
    </p:spTree>
    <p:extLst>
      <p:ext uri="{BB962C8B-B14F-4D97-AF65-F5344CB8AC3E}">
        <p14:creationId xmlns:p14="http://schemas.microsoft.com/office/powerpoint/2010/main" val="214431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3131672-2629-446D-8683-037301D2F054}"/>
              </a:ext>
            </a:extLst>
          </p:cNvPr>
          <p:cNvGraphicFramePr>
            <a:graphicFrameLocks noChangeAspect="1"/>
          </p:cNvGraphicFramePr>
          <p:nvPr userDrawn="1">
            <p:custDataLst>
              <p:tags r:id="rId13"/>
            </p:custDataLst>
            <p:extLst>
              <p:ext uri="{D42A27DB-BD31-4B8C-83A1-F6EECF244321}">
                <p14:modId xmlns:p14="http://schemas.microsoft.com/office/powerpoint/2010/main" val="3965465374"/>
              </p:ext>
            </p:extLst>
          </p:nvPr>
        </p:nvGraphicFramePr>
        <p:xfrm>
          <a:off x="1500" y="1492"/>
          <a:ext cx="1500" cy="1489"/>
        </p:xfrm>
        <a:graphic>
          <a:graphicData uri="http://schemas.openxmlformats.org/presentationml/2006/ole">
            <mc:AlternateContent xmlns:mc="http://schemas.openxmlformats.org/markup-compatibility/2006">
              <mc:Choice xmlns:v="urn:schemas-microsoft-com:vml" Requires="v">
                <p:oleObj name="think-cell Slide" r:id="rId15" imgW="425" imgH="424" progId="TCLayout.ActiveDocument.1">
                  <p:embed/>
                </p:oleObj>
              </mc:Choice>
              <mc:Fallback>
                <p:oleObj name="think-cell Slide" r:id="rId15" imgW="425" imgH="424" progId="TCLayout.ActiveDocument.1">
                  <p:embed/>
                  <p:pic>
                    <p:nvPicPr>
                      <p:cNvPr id="3" name="Object 2" hidden="1">
                        <a:extLst>
                          <a:ext uri="{FF2B5EF4-FFF2-40B4-BE49-F238E27FC236}">
                            <a16:creationId xmlns:a16="http://schemas.microsoft.com/office/drawing/2014/main" id="{D3131672-2629-446D-8683-037301D2F054}"/>
                          </a:ext>
                        </a:extLst>
                      </p:cNvPr>
                      <p:cNvPicPr/>
                      <p:nvPr/>
                    </p:nvPicPr>
                    <p:blipFill>
                      <a:blip r:embed="rId16"/>
                      <a:stretch>
                        <a:fillRect/>
                      </a:stretch>
                    </p:blipFill>
                    <p:spPr>
                      <a:xfrm>
                        <a:off x="1500" y="1492"/>
                        <a:ext cx="1500" cy="1489"/>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025DE-683A-4BA3-8837-69516B12386A}"/>
              </a:ext>
            </a:extLst>
          </p:cNvPr>
          <p:cNvSpPr/>
          <p:nvPr userDrawn="1">
            <p:custDataLst>
              <p:tags r:id="rId14"/>
            </p:custDataLst>
          </p:nvPr>
        </p:nvSpPr>
        <p:spPr bwMode="auto">
          <a:xfrm>
            <a:off x="1" y="0"/>
            <a:ext cx="149931" cy="14882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bodyPr>
          <a:lstStyle/>
          <a:p>
            <a:pPr marL="0" marR="0" lvl="0" indent="0" algn="l" defTabSz="633573" rtl="0" eaLnBrk="0" fontAlgn="base" latinLnBrk="0" hangingPunct="0">
              <a:lnSpc>
                <a:spcPct val="100000"/>
              </a:lnSpc>
              <a:spcBef>
                <a:spcPct val="0"/>
              </a:spcBef>
              <a:spcAft>
                <a:spcPct val="0"/>
              </a:spcAft>
              <a:buClrTx/>
              <a:buSzTx/>
              <a:buFontTx/>
              <a:buNone/>
              <a:tabLst/>
            </a:pPr>
            <a:endParaRPr kumimoji="0" lang="en-US" sz="8355" b="0" i="0" u="none" strike="noStrike" cap="none" normalizeH="0" baseline="0">
              <a:ln>
                <a:noFill/>
              </a:ln>
              <a:solidFill>
                <a:schemeClr val="tx1"/>
              </a:solidFill>
              <a:effectLst/>
              <a:latin typeface="Times" panose="02020603050405020304" pitchFamily="18" charset="0"/>
              <a:ea typeface="+mj-ea"/>
              <a:cs typeface="+mj-cs"/>
              <a:sym typeface="Times" panose="02020603050405020304" pitchFamily="18" charset="0"/>
            </a:endParaRPr>
          </a:p>
        </p:txBody>
      </p:sp>
      <p:sp>
        <p:nvSpPr>
          <p:cNvPr id="1026" name="Rectangle 2"/>
          <p:cNvSpPr>
            <a:spLocks noGrp="1" noChangeArrowheads="1"/>
          </p:cNvSpPr>
          <p:nvPr>
            <p:ph type="title"/>
          </p:nvPr>
        </p:nvSpPr>
        <p:spPr bwMode="auto">
          <a:xfrm>
            <a:off x="2332171" y="1828465"/>
            <a:ext cx="26425262" cy="342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ctr" anchorCtr="0" compatLnSpc="1">
            <a:prstTxWarp prst="textNoShape">
              <a:avLst/>
            </a:prstTxWarp>
          </a:bodyPr>
          <a:lstStyle/>
          <a:p>
            <a:pPr lvl="0"/>
            <a:r>
              <a:rPr lang="en-US" altLang="en-US"/>
              <a:t>Click to edit Master title style</a:t>
            </a:r>
            <a:endParaRPr lang="en-AU" altLang="en-US"/>
          </a:p>
        </p:txBody>
      </p:sp>
      <p:sp>
        <p:nvSpPr>
          <p:cNvPr id="1027" name="Rectangle 3"/>
          <p:cNvSpPr>
            <a:spLocks noGrp="1" noChangeArrowheads="1"/>
          </p:cNvSpPr>
          <p:nvPr>
            <p:ph type="body" idx="1"/>
          </p:nvPr>
        </p:nvSpPr>
        <p:spPr bwMode="auto">
          <a:xfrm>
            <a:off x="2332171" y="5942920"/>
            <a:ext cx="26425262" cy="12345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1028" name="Rectangle 4"/>
          <p:cNvSpPr>
            <a:spLocks noGrp="1" noChangeArrowheads="1"/>
          </p:cNvSpPr>
          <p:nvPr>
            <p:ph type="dt" sz="half" idx="2"/>
          </p:nvPr>
        </p:nvSpPr>
        <p:spPr bwMode="auto">
          <a:xfrm>
            <a:off x="2332169" y="18745542"/>
            <a:ext cx="6477000"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defTabSz="1737836">
              <a:defRPr sz="2653"/>
            </a:lvl1pPr>
          </a:lstStyle>
          <a:p>
            <a:endParaRPr lang="en-AU" altLang="en-US"/>
          </a:p>
        </p:txBody>
      </p:sp>
      <p:sp>
        <p:nvSpPr>
          <p:cNvPr id="1029" name="Rectangle 5"/>
          <p:cNvSpPr>
            <a:spLocks noGrp="1" noChangeArrowheads="1"/>
          </p:cNvSpPr>
          <p:nvPr>
            <p:ph type="ftr" sz="quarter" idx="3"/>
          </p:nvPr>
        </p:nvSpPr>
        <p:spPr bwMode="auto">
          <a:xfrm>
            <a:off x="10622961" y="18745542"/>
            <a:ext cx="9843691"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ctr" defTabSz="1737836">
              <a:defRPr sz="2653"/>
            </a:lvl1pPr>
          </a:lstStyle>
          <a:p>
            <a:endParaRPr lang="en-AU" altLang="en-US"/>
          </a:p>
        </p:txBody>
      </p:sp>
      <p:sp>
        <p:nvSpPr>
          <p:cNvPr id="1030" name="Rectangle 6"/>
          <p:cNvSpPr>
            <a:spLocks noGrp="1" noChangeArrowheads="1"/>
          </p:cNvSpPr>
          <p:nvPr>
            <p:ph type="sldNum" sz="quarter" idx="4"/>
          </p:nvPr>
        </p:nvSpPr>
        <p:spPr bwMode="auto">
          <a:xfrm>
            <a:off x="22280431" y="18745542"/>
            <a:ext cx="6477000"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r" defTabSz="1737836">
              <a:defRPr sz="2653"/>
            </a:lvl1pPr>
          </a:lstStyle>
          <a:p>
            <a:fld id="{777CDA11-CE27-4048-AD59-A3D9E025B8A2}" type="slidenum">
              <a:rPr lang="en-AU" altLang="en-US"/>
              <a:pPr/>
              <a:t>‹#›</a:t>
            </a:fld>
            <a:endParaRPr lang="en-AU" altLang="en-US"/>
          </a:p>
        </p:txBody>
      </p:sp>
      <p:sp>
        <p:nvSpPr>
          <p:cNvPr id="1031" name="Rectangle 7"/>
          <p:cNvSpPr>
            <a:spLocks noChangeArrowheads="1"/>
          </p:cNvSpPr>
          <p:nvPr/>
        </p:nvSpPr>
        <p:spPr bwMode="auto">
          <a:xfrm>
            <a:off x="0" y="0"/>
            <a:ext cx="31089600" cy="20574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633"/>
          </a:p>
        </p:txBody>
      </p:sp>
      <p:sp>
        <p:nvSpPr>
          <p:cNvPr id="10" name="Rectangle 9">
            <a:extLst>
              <a:ext uri="{FF2B5EF4-FFF2-40B4-BE49-F238E27FC236}">
                <a16:creationId xmlns:a16="http://schemas.microsoft.com/office/drawing/2014/main" id="{3193C017-DFEF-4FF3-B40E-2496F137D9AB}"/>
              </a:ext>
            </a:extLst>
          </p:cNvPr>
          <p:cNvSpPr/>
          <p:nvPr userDrawn="1"/>
        </p:nvSpPr>
        <p:spPr bwMode="auto">
          <a:xfrm>
            <a:off x="-71965" y="0"/>
            <a:ext cx="31161566"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marL="0" marR="0" indent="0" algn="l" defTabSz="633573" rtl="0" eaLnBrk="0" fontAlgn="base" latinLnBrk="0" hangingPunct="0">
              <a:lnSpc>
                <a:spcPct val="100000"/>
              </a:lnSpc>
              <a:spcBef>
                <a:spcPct val="0"/>
              </a:spcBef>
              <a:spcAft>
                <a:spcPct val="0"/>
              </a:spcAft>
              <a:buClrTx/>
              <a:buSzTx/>
              <a:buFontTx/>
              <a:buNone/>
              <a:tabLst/>
            </a:pPr>
            <a:endParaRPr kumimoji="0" lang="en-US" sz="1663" b="0" i="0" u="none" strike="noStrike" cap="none" normalizeH="0" baseline="0">
              <a:ln>
                <a:noFill/>
              </a:ln>
              <a:solidFill>
                <a:schemeClr val="tx1"/>
              </a:solidFill>
              <a:effectLst/>
              <a:latin typeface="Time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737836" rtl="0" eaLnBrk="1" fontAlgn="base" hangingPunct="1">
        <a:spcBef>
          <a:spcPct val="0"/>
        </a:spcBef>
        <a:spcAft>
          <a:spcPct val="0"/>
        </a:spcAft>
        <a:defRPr sz="8355">
          <a:solidFill>
            <a:schemeClr val="tx2"/>
          </a:solidFill>
          <a:latin typeface="+mj-lt"/>
          <a:ea typeface="+mj-ea"/>
          <a:cs typeface="+mj-cs"/>
        </a:defRPr>
      </a:lvl1pPr>
      <a:lvl2pPr algn="ctr" defTabSz="1737836" rtl="0" eaLnBrk="1" fontAlgn="base" hangingPunct="1">
        <a:spcBef>
          <a:spcPct val="0"/>
        </a:spcBef>
        <a:spcAft>
          <a:spcPct val="0"/>
        </a:spcAft>
        <a:defRPr sz="8355">
          <a:solidFill>
            <a:schemeClr val="tx2"/>
          </a:solidFill>
          <a:latin typeface="Times" charset="0"/>
        </a:defRPr>
      </a:lvl2pPr>
      <a:lvl3pPr algn="ctr" defTabSz="1737836" rtl="0" eaLnBrk="1" fontAlgn="base" hangingPunct="1">
        <a:spcBef>
          <a:spcPct val="0"/>
        </a:spcBef>
        <a:spcAft>
          <a:spcPct val="0"/>
        </a:spcAft>
        <a:defRPr sz="8355">
          <a:solidFill>
            <a:schemeClr val="tx2"/>
          </a:solidFill>
          <a:latin typeface="Times" charset="0"/>
        </a:defRPr>
      </a:lvl3pPr>
      <a:lvl4pPr algn="ctr" defTabSz="1737836" rtl="0" eaLnBrk="1" fontAlgn="base" hangingPunct="1">
        <a:spcBef>
          <a:spcPct val="0"/>
        </a:spcBef>
        <a:spcAft>
          <a:spcPct val="0"/>
        </a:spcAft>
        <a:defRPr sz="8355">
          <a:solidFill>
            <a:schemeClr val="tx2"/>
          </a:solidFill>
          <a:latin typeface="Times" charset="0"/>
        </a:defRPr>
      </a:lvl4pPr>
      <a:lvl5pPr algn="ctr" defTabSz="1737836" rtl="0" eaLnBrk="1" fontAlgn="base" hangingPunct="1">
        <a:spcBef>
          <a:spcPct val="0"/>
        </a:spcBef>
        <a:spcAft>
          <a:spcPct val="0"/>
        </a:spcAft>
        <a:defRPr sz="8355">
          <a:solidFill>
            <a:schemeClr val="tx2"/>
          </a:solidFill>
          <a:latin typeface="Times" charset="0"/>
        </a:defRPr>
      </a:lvl5pPr>
      <a:lvl6pPr marL="181012" algn="ctr" defTabSz="1737836" rtl="0" eaLnBrk="1" fontAlgn="base" hangingPunct="1">
        <a:spcBef>
          <a:spcPct val="0"/>
        </a:spcBef>
        <a:spcAft>
          <a:spcPct val="0"/>
        </a:spcAft>
        <a:defRPr sz="8355">
          <a:solidFill>
            <a:schemeClr val="tx2"/>
          </a:solidFill>
          <a:latin typeface="Times" charset="0"/>
        </a:defRPr>
      </a:lvl6pPr>
      <a:lvl7pPr marL="362024" algn="ctr" defTabSz="1737836" rtl="0" eaLnBrk="1" fontAlgn="base" hangingPunct="1">
        <a:spcBef>
          <a:spcPct val="0"/>
        </a:spcBef>
        <a:spcAft>
          <a:spcPct val="0"/>
        </a:spcAft>
        <a:defRPr sz="8355">
          <a:solidFill>
            <a:schemeClr val="tx2"/>
          </a:solidFill>
          <a:latin typeface="Times" charset="0"/>
        </a:defRPr>
      </a:lvl7pPr>
      <a:lvl8pPr marL="543035" algn="ctr" defTabSz="1737836" rtl="0" eaLnBrk="1" fontAlgn="base" hangingPunct="1">
        <a:spcBef>
          <a:spcPct val="0"/>
        </a:spcBef>
        <a:spcAft>
          <a:spcPct val="0"/>
        </a:spcAft>
        <a:defRPr sz="8355">
          <a:solidFill>
            <a:schemeClr val="tx2"/>
          </a:solidFill>
          <a:latin typeface="Times" charset="0"/>
        </a:defRPr>
      </a:lvl8pPr>
      <a:lvl9pPr marL="724047" algn="ctr" defTabSz="1737836" rtl="0" eaLnBrk="1" fontAlgn="base" hangingPunct="1">
        <a:spcBef>
          <a:spcPct val="0"/>
        </a:spcBef>
        <a:spcAft>
          <a:spcPct val="0"/>
        </a:spcAft>
        <a:defRPr sz="8355">
          <a:solidFill>
            <a:schemeClr val="tx2"/>
          </a:solidFill>
          <a:latin typeface="Times" charset="0"/>
        </a:defRPr>
      </a:lvl9pPr>
    </p:titleStyle>
    <p:bodyStyle>
      <a:lvl1pPr marL="651768" indent="-651768" algn="l" defTabSz="1737836" rtl="0" eaLnBrk="1" fontAlgn="base" hangingPunct="1">
        <a:spcBef>
          <a:spcPct val="20000"/>
        </a:spcBef>
        <a:spcAft>
          <a:spcPct val="0"/>
        </a:spcAft>
        <a:buChar char="•"/>
        <a:defRPr sz="6057">
          <a:solidFill>
            <a:schemeClr val="tx1"/>
          </a:solidFill>
          <a:latin typeface="+mn-lt"/>
          <a:ea typeface="+mn-ea"/>
          <a:cs typeface="+mn-cs"/>
        </a:defRPr>
      </a:lvl1pPr>
      <a:lvl2pPr marL="1411637" indent="-543035" algn="l" defTabSz="1737836" rtl="0" eaLnBrk="1" fontAlgn="base" hangingPunct="1">
        <a:spcBef>
          <a:spcPct val="20000"/>
        </a:spcBef>
        <a:spcAft>
          <a:spcPct val="0"/>
        </a:spcAft>
        <a:buChar char="–"/>
        <a:defRPr sz="5346">
          <a:solidFill>
            <a:schemeClr val="tx1"/>
          </a:solidFill>
          <a:latin typeface="+mn-lt"/>
        </a:defRPr>
      </a:lvl2pPr>
      <a:lvl3pPr marL="2172137" indent="-434303" algn="l" defTabSz="1737836" rtl="0" eaLnBrk="1" fontAlgn="base" hangingPunct="1">
        <a:spcBef>
          <a:spcPct val="20000"/>
        </a:spcBef>
        <a:spcAft>
          <a:spcPct val="0"/>
        </a:spcAft>
        <a:buChar char="•"/>
        <a:defRPr sz="4553">
          <a:solidFill>
            <a:schemeClr val="tx1"/>
          </a:solidFill>
          <a:latin typeface="+mn-lt"/>
        </a:defRPr>
      </a:lvl3pPr>
      <a:lvl4pPr marL="3040741" indent="-434303" algn="l" defTabSz="1737836" rtl="0" eaLnBrk="1" fontAlgn="base" hangingPunct="1">
        <a:spcBef>
          <a:spcPct val="20000"/>
        </a:spcBef>
        <a:spcAft>
          <a:spcPct val="0"/>
        </a:spcAft>
        <a:buChar char="–"/>
        <a:defRPr sz="3801">
          <a:solidFill>
            <a:schemeClr val="tx1"/>
          </a:solidFill>
          <a:latin typeface="+mn-lt"/>
        </a:defRPr>
      </a:lvl4pPr>
      <a:lvl5pPr marL="3908716" indent="-433675" algn="l" defTabSz="1737836" rtl="0" eaLnBrk="1" fontAlgn="base" hangingPunct="1">
        <a:spcBef>
          <a:spcPct val="20000"/>
        </a:spcBef>
        <a:spcAft>
          <a:spcPct val="0"/>
        </a:spcAft>
        <a:buChar char="»"/>
        <a:defRPr sz="3801">
          <a:solidFill>
            <a:schemeClr val="tx1"/>
          </a:solidFill>
          <a:latin typeface="+mn-lt"/>
        </a:defRPr>
      </a:lvl5pPr>
      <a:lvl6pPr marL="4089728" indent="-433675" algn="l" defTabSz="1737836" rtl="0" eaLnBrk="1" fontAlgn="base" hangingPunct="1">
        <a:spcBef>
          <a:spcPct val="20000"/>
        </a:spcBef>
        <a:spcAft>
          <a:spcPct val="0"/>
        </a:spcAft>
        <a:buChar char="»"/>
        <a:defRPr sz="3801">
          <a:solidFill>
            <a:schemeClr val="tx1"/>
          </a:solidFill>
          <a:latin typeface="+mn-lt"/>
        </a:defRPr>
      </a:lvl6pPr>
      <a:lvl7pPr marL="4270740" indent="-433675" algn="l" defTabSz="1737836" rtl="0" eaLnBrk="1" fontAlgn="base" hangingPunct="1">
        <a:spcBef>
          <a:spcPct val="20000"/>
        </a:spcBef>
        <a:spcAft>
          <a:spcPct val="0"/>
        </a:spcAft>
        <a:buChar char="»"/>
        <a:defRPr sz="3801">
          <a:solidFill>
            <a:schemeClr val="tx1"/>
          </a:solidFill>
          <a:latin typeface="+mn-lt"/>
        </a:defRPr>
      </a:lvl7pPr>
      <a:lvl8pPr marL="4451750" indent="-433675" algn="l" defTabSz="1737836" rtl="0" eaLnBrk="1" fontAlgn="base" hangingPunct="1">
        <a:spcBef>
          <a:spcPct val="20000"/>
        </a:spcBef>
        <a:spcAft>
          <a:spcPct val="0"/>
        </a:spcAft>
        <a:buChar char="»"/>
        <a:defRPr sz="3801">
          <a:solidFill>
            <a:schemeClr val="tx1"/>
          </a:solidFill>
          <a:latin typeface="+mn-lt"/>
        </a:defRPr>
      </a:lvl8pPr>
      <a:lvl9pPr marL="4632761" indent="-433675" algn="l" defTabSz="1737836" rtl="0" eaLnBrk="1" fontAlgn="base" hangingPunct="1">
        <a:spcBef>
          <a:spcPct val="20000"/>
        </a:spcBef>
        <a:spcAft>
          <a:spcPct val="0"/>
        </a:spcAft>
        <a:buChar char="»"/>
        <a:defRPr sz="3801">
          <a:solidFill>
            <a:schemeClr val="tx1"/>
          </a:solidFill>
          <a:latin typeface="+mn-lt"/>
        </a:defRPr>
      </a:lvl9pPr>
    </p:bodyStyle>
    <p:otherStyle>
      <a:defPPr>
        <a:defRPr lang="en-US"/>
      </a:defPPr>
      <a:lvl1pPr marL="0" algn="l" defTabSz="362024" rtl="0" eaLnBrk="1" latinLnBrk="0" hangingPunct="1">
        <a:defRPr sz="714" kern="1200">
          <a:solidFill>
            <a:schemeClr val="tx1"/>
          </a:solidFill>
          <a:latin typeface="+mn-lt"/>
          <a:ea typeface="+mn-ea"/>
          <a:cs typeface="+mn-cs"/>
        </a:defRPr>
      </a:lvl1pPr>
      <a:lvl2pPr marL="181012" algn="l" defTabSz="362024" rtl="0" eaLnBrk="1" latinLnBrk="0" hangingPunct="1">
        <a:defRPr sz="714" kern="1200">
          <a:solidFill>
            <a:schemeClr val="tx1"/>
          </a:solidFill>
          <a:latin typeface="+mn-lt"/>
          <a:ea typeface="+mn-ea"/>
          <a:cs typeface="+mn-cs"/>
        </a:defRPr>
      </a:lvl2pPr>
      <a:lvl3pPr marL="362024" algn="l" defTabSz="362024" rtl="0" eaLnBrk="1" latinLnBrk="0" hangingPunct="1">
        <a:defRPr sz="714" kern="1200">
          <a:solidFill>
            <a:schemeClr val="tx1"/>
          </a:solidFill>
          <a:latin typeface="+mn-lt"/>
          <a:ea typeface="+mn-ea"/>
          <a:cs typeface="+mn-cs"/>
        </a:defRPr>
      </a:lvl3pPr>
      <a:lvl4pPr marL="543035" algn="l" defTabSz="362024" rtl="0" eaLnBrk="1" latinLnBrk="0" hangingPunct="1">
        <a:defRPr sz="714" kern="1200">
          <a:solidFill>
            <a:schemeClr val="tx1"/>
          </a:solidFill>
          <a:latin typeface="+mn-lt"/>
          <a:ea typeface="+mn-ea"/>
          <a:cs typeface="+mn-cs"/>
        </a:defRPr>
      </a:lvl4pPr>
      <a:lvl5pPr marL="724047" algn="l" defTabSz="362024" rtl="0" eaLnBrk="1" latinLnBrk="0" hangingPunct="1">
        <a:defRPr sz="714" kern="1200">
          <a:solidFill>
            <a:schemeClr val="tx1"/>
          </a:solidFill>
          <a:latin typeface="+mn-lt"/>
          <a:ea typeface="+mn-ea"/>
          <a:cs typeface="+mn-cs"/>
        </a:defRPr>
      </a:lvl5pPr>
      <a:lvl6pPr marL="905057" algn="l" defTabSz="362024" rtl="0" eaLnBrk="1" latinLnBrk="0" hangingPunct="1">
        <a:defRPr sz="714" kern="1200">
          <a:solidFill>
            <a:schemeClr val="tx1"/>
          </a:solidFill>
          <a:latin typeface="+mn-lt"/>
          <a:ea typeface="+mn-ea"/>
          <a:cs typeface="+mn-cs"/>
        </a:defRPr>
      </a:lvl6pPr>
      <a:lvl7pPr marL="1086069" algn="l" defTabSz="362024" rtl="0" eaLnBrk="1" latinLnBrk="0" hangingPunct="1">
        <a:defRPr sz="714" kern="1200">
          <a:solidFill>
            <a:schemeClr val="tx1"/>
          </a:solidFill>
          <a:latin typeface="+mn-lt"/>
          <a:ea typeface="+mn-ea"/>
          <a:cs typeface="+mn-cs"/>
        </a:defRPr>
      </a:lvl7pPr>
      <a:lvl8pPr marL="1267081" algn="l" defTabSz="362024" rtl="0" eaLnBrk="1" latinLnBrk="0" hangingPunct="1">
        <a:defRPr sz="714" kern="1200">
          <a:solidFill>
            <a:schemeClr val="tx1"/>
          </a:solidFill>
          <a:latin typeface="+mn-lt"/>
          <a:ea typeface="+mn-ea"/>
          <a:cs typeface="+mn-cs"/>
        </a:defRPr>
      </a:lvl8pPr>
      <a:lvl9pPr marL="1448092" algn="l" defTabSz="362024" rtl="0" eaLnBrk="1" latinLnBrk="0" hangingPunct="1">
        <a:defRPr sz="7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hart" Target="../charts/chart1.xml"/><Relationship Id="rId7" Type="http://schemas.openxmlformats.org/officeDocument/2006/relationships/hyperlink" Target="https://www.linkedin.com/in/davimoreira/" TargetMode="External"/><Relationship Id="rId12" Type="http://schemas.openxmlformats.org/officeDocument/2006/relationships/image" Target="../media/image8.png"/><Relationship Id="rId2" Type="http://schemas.openxmlformats.org/officeDocument/2006/relationships/hyperlink" Target="mailto:Your_Email@purdue.edu" TargetMode="Externa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2.jpeg"/><Relationship Id="rId10" Type="http://schemas.openxmlformats.org/officeDocument/2006/relationships/image" Target="../media/image6.png"/><Relationship Id="rId4" Type="http://schemas.openxmlformats.org/officeDocument/2006/relationships/chart" Target="../charts/chart2.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BD862A35-653F-C141-9763-CAD045008739}"/>
              </a:ext>
            </a:extLst>
          </p:cNvPr>
          <p:cNvSpPr>
            <a:spLocks/>
          </p:cNvSpPr>
          <p:nvPr/>
        </p:nvSpPr>
        <p:spPr bwMode="auto">
          <a:xfrm>
            <a:off x="24316470" y="149087"/>
            <a:ext cx="6773131" cy="20275827"/>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dirty="0"/>
          </a:p>
        </p:txBody>
      </p:sp>
      <p:sp>
        <p:nvSpPr>
          <p:cNvPr id="178" name="Rectangle 177">
            <a:extLst>
              <a:ext uri="{FF2B5EF4-FFF2-40B4-BE49-F238E27FC236}">
                <a16:creationId xmlns:a16="http://schemas.microsoft.com/office/drawing/2014/main" id="{18F971F8-7F6A-5442-91A8-002F9F907A78}"/>
              </a:ext>
            </a:extLst>
          </p:cNvPr>
          <p:cNvSpPr/>
          <p:nvPr/>
        </p:nvSpPr>
        <p:spPr bwMode="auto">
          <a:xfrm>
            <a:off x="24298635" y="12001815"/>
            <a:ext cx="6773131" cy="47433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7" name="Rectangle 6">
            <a:extLst>
              <a:ext uri="{FF2B5EF4-FFF2-40B4-BE49-F238E27FC236}">
                <a16:creationId xmlns:a16="http://schemas.microsoft.com/office/drawing/2014/main" id="{079FF3CA-458A-4D4D-B9C8-94E3801BC8D9}"/>
              </a:ext>
            </a:extLst>
          </p:cNvPr>
          <p:cNvSpPr>
            <a:spLocks/>
          </p:cNvSpPr>
          <p:nvPr/>
        </p:nvSpPr>
        <p:spPr bwMode="auto">
          <a:xfrm>
            <a:off x="-46598" y="149087"/>
            <a:ext cx="6650069" cy="20275827"/>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dirty="0"/>
          </a:p>
        </p:txBody>
      </p:sp>
      <p:sp>
        <p:nvSpPr>
          <p:cNvPr id="2" name="Text Box 126">
            <a:extLst>
              <a:ext uri="{FF2B5EF4-FFF2-40B4-BE49-F238E27FC236}">
                <a16:creationId xmlns:a16="http://schemas.microsoft.com/office/drawing/2014/main" id="{483B37E3-74D4-9F4E-81FB-4FA09415C539}"/>
              </a:ext>
            </a:extLst>
          </p:cNvPr>
          <p:cNvSpPr txBox="1">
            <a:spLocks noChangeArrowheads="1"/>
          </p:cNvSpPr>
          <p:nvPr/>
        </p:nvSpPr>
        <p:spPr bwMode="auto">
          <a:xfrm>
            <a:off x="480402" y="414494"/>
            <a:ext cx="5954797" cy="517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772" b="1" dirty="0">
                <a:latin typeface="Arial" panose="020B0604020202020204" pitchFamily="34" charset="0"/>
                <a:cs typeface="Arial" panose="020B0604020202020204" pitchFamily="34" charset="0"/>
              </a:rPr>
              <a:t>Title of Your Project</a:t>
            </a:r>
          </a:p>
        </p:txBody>
      </p:sp>
      <p:sp>
        <p:nvSpPr>
          <p:cNvPr id="6" name="TextBox 5">
            <a:extLst>
              <a:ext uri="{FF2B5EF4-FFF2-40B4-BE49-F238E27FC236}">
                <a16:creationId xmlns:a16="http://schemas.microsoft.com/office/drawing/2014/main" id="{A0F0A4B1-CE86-2D45-8907-A777B1C83D4B}"/>
              </a:ext>
            </a:extLst>
          </p:cNvPr>
          <p:cNvSpPr txBox="1"/>
          <p:nvPr/>
        </p:nvSpPr>
        <p:spPr>
          <a:xfrm>
            <a:off x="2337005" y="1585553"/>
            <a:ext cx="3909033" cy="1284986"/>
          </a:xfrm>
          <a:prstGeom prst="rect">
            <a:avLst/>
          </a:prstGeom>
          <a:noFill/>
        </p:spPr>
        <p:txBody>
          <a:bodyPr wrap="square">
            <a:spAutoFit/>
          </a:bodyPr>
          <a:lstStyle/>
          <a:p>
            <a:pPr>
              <a:spcBef>
                <a:spcPct val="20000"/>
              </a:spcBef>
            </a:pPr>
            <a:r>
              <a:rPr lang="en-IN" sz="1386" b="1" dirty="0">
                <a:latin typeface="Arial" panose="020B0604020202020204" pitchFamily="34" charset="0"/>
                <a:cs typeface="Arial" panose="020B0604020202020204" pitchFamily="34" charset="0"/>
              </a:rPr>
              <a:t>Authors’ Photos Names, Contacts</a:t>
            </a:r>
          </a:p>
          <a:p>
            <a:pPr>
              <a:spcBef>
                <a:spcPct val="20000"/>
              </a:spcBef>
            </a:pPr>
            <a:r>
              <a:rPr lang="en-IN" sz="1386" dirty="0">
                <a:latin typeface="Arial" panose="020B0604020202020204" pitchFamily="34" charset="0"/>
                <a:cs typeface="Arial" panose="020B0604020202020204" pitchFamily="34" charset="0"/>
              </a:rPr>
              <a:t>Purdue University, Daniels School of Business</a:t>
            </a:r>
          </a:p>
          <a:p>
            <a:pPr>
              <a:spcBef>
                <a:spcPct val="20000"/>
              </a:spcBef>
            </a:pPr>
            <a:r>
              <a:rPr lang="en-IN" altLang="en-US" sz="1386" dirty="0">
                <a:latin typeface="Arial" panose="020B0604020202020204" pitchFamily="34" charset="0"/>
                <a:cs typeface="Arial" panose="020B0604020202020204" pitchFamily="34" charset="0"/>
                <a:hlinkClick r:id="rId2"/>
              </a:rPr>
              <a:t>Your_Email@purdue.edu</a:t>
            </a:r>
            <a:endParaRPr lang="en-IN" altLang="en-US" sz="1386" dirty="0">
              <a:latin typeface="Arial" panose="020B0604020202020204" pitchFamily="34" charset="0"/>
              <a:cs typeface="Arial" panose="020B0604020202020204" pitchFamily="34" charset="0"/>
            </a:endParaRPr>
          </a:p>
          <a:p>
            <a:pPr>
              <a:spcBef>
                <a:spcPct val="20000"/>
              </a:spcBef>
            </a:pPr>
            <a:r>
              <a:rPr lang="en-IN" altLang="en-US" sz="1386" dirty="0">
                <a:latin typeface="Arial" panose="020B0604020202020204" pitchFamily="34" charset="0"/>
                <a:cs typeface="Arial" panose="020B0604020202020204" pitchFamily="34" charset="0"/>
              </a:rPr>
              <a:t>You can add QR codes for the authors’ LinkedIn profiles.</a:t>
            </a:r>
            <a:endParaRPr lang="en-GB" altLang="en-US" sz="1386" dirty="0">
              <a:latin typeface="Arial" charset="0"/>
            </a:endParaRPr>
          </a:p>
        </p:txBody>
      </p:sp>
      <p:sp>
        <p:nvSpPr>
          <p:cNvPr id="15" name="Rectangle 14">
            <a:extLst>
              <a:ext uri="{FF2B5EF4-FFF2-40B4-BE49-F238E27FC236}">
                <a16:creationId xmlns:a16="http://schemas.microsoft.com/office/drawing/2014/main" id="{51CD0828-D839-D547-81E9-14F36F4411E3}"/>
              </a:ext>
            </a:extLst>
          </p:cNvPr>
          <p:cNvSpPr/>
          <p:nvPr/>
        </p:nvSpPr>
        <p:spPr bwMode="auto">
          <a:xfrm>
            <a:off x="-50770" y="3155126"/>
            <a:ext cx="6615207" cy="478381"/>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6" name="Rectangle 15">
            <a:extLst>
              <a:ext uri="{FF2B5EF4-FFF2-40B4-BE49-F238E27FC236}">
                <a16:creationId xmlns:a16="http://schemas.microsoft.com/office/drawing/2014/main" id="{82BDF84D-4096-854B-8F4A-A0214D647341}"/>
              </a:ext>
            </a:extLst>
          </p:cNvPr>
          <p:cNvSpPr/>
          <p:nvPr/>
        </p:nvSpPr>
        <p:spPr>
          <a:xfrm>
            <a:off x="869996" y="3236139"/>
            <a:ext cx="4919813"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ABSTRACT</a:t>
            </a:r>
          </a:p>
        </p:txBody>
      </p:sp>
      <p:grpSp>
        <p:nvGrpSpPr>
          <p:cNvPr id="107" name="Group 106">
            <a:extLst>
              <a:ext uri="{FF2B5EF4-FFF2-40B4-BE49-F238E27FC236}">
                <a16:creationId xmlns:a16="http://schemas.microsoft.com/office/drawing/2014/main" id="{9F0D0EB2-718D-8247-A935-E4771A3033EC}"/>
              </a:ext>
            </a:extLst>
          </p:cNvPr>
          <p:cNvGrpSpPr/>
          <p:nvPr/>
        </p:nvGrpSpPr>
        <p:grpSpPr>
          <a:xfrm>
            <a:off x="466802" y="13254556"/>
            <a:ext cx="5373951" cy="2572286"/>
            <a:chOff x="146476" y="14935625"/>
            <a:chExt cx="7755351" cy="3712161"/>
          </a:xfrm>
        </p:grpSpPr>
        <p:sp>
          <p:nvSpPr>
            <p:cNvPr id="78" name="Rectangle 77">
              <a:extLst>
                <a:ext uri="{FF2B5EF4-FFF2-40B4-BE49-F238E27FC236}">
                  <a16:creationId xmlns:a16="http://schemas.microsoft.com/office/drawing/2014/main" id="{20096C3C-4405-B248-9568-6E03C5840F33}"/>
                </a:ext>
              </a:extLst>
            </p:cNvPr>
            <p:cNvSpPr/>
            <p:nvPr/>
          </p:nvSpPr>
          <p:spPr>
            <a:xfrm>
              <a:off x="908832" y="18239423"/>
              <a:ext cx="6394225" cy="408363"/>
            </a:xfrm>
            <a:prstGeom prst="rect">
              <a:avLst/>
            </a:prstGeom>
          </p:spPr>
          <p:txBody>
            <a:bodyPr wrap="square">
              <a:spAutoFit/>
            </a:bodyPr>
            <a:lstStyle/>
            <a:p>
              <a:pPr algn="ctr"/>
              <a:r>
                <a:rPr lang="en-US" sz="1248" dirty="0">
                  <a:latin typeface="Arial" panose="020B0604020202020204" pitchFamily="34" charset="0"/>
                  <a:ea typeface="Arial" charset="0"/>
                  <a:cs typeface="Arial" panose="020B0604020202020204" pitchFamily="34" charset="0"/>
                </a:rPr>
                <a:t>Fig 1. The Idea of what you are trying to do</a:t>
              </a:r>
            </a:p>
          </p:txBody>
        </p:sp>
        <p:sp>
          <p:nvSpPr>
            <p:cNvPr id="79" name="TextBox 78">
              <a:extLst>
                <a:ext uri="{FF2B5EF4-FFF2-40B4-BE49-F238E27FC236}">
                  <a16:creationId xmlns:a16="http://schemas.microsoft.com/office/drawing/2014/main" id="{3BEDEADB-7624-8240-A573-74EEE0B96810}"/>
                </a:ext>
              </a:extLst>
            </p:cNvPr>
            <p:cNvSpPr txBox="1"/>
            <p:nvPr/>
          </p:nvSpPr>
          <p:spPr>
            <a:xfrm>
              <a:off x="4174842" y="14995372"/>
              <a:ext cx="675842"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5%</a:t>
              </a:r>
            </a:p>
          </p:txBody>
        </p:sp>
        <p:sp>
          <p:nvSpPr>
            <p:cNvPr id="80" name="TextBox 79">
              <a:extLst>
                <a:ext uri="{FF2B5EF4-FFF2-40B4-BE49-F238E27FC236}">
                  <a16:creationId xmlns:a16="http://schemas.microsoft.com/office/drawing/2014/main" id="{B2722979-1618-3D41-91A0-0F0CA0F97CDA}"/>
                </a:ext>
              </a:extLst>
            </p:cNvPr>
            <p:cNvSpPr txBox="1"/>
            <p:nvPr/>
          </p:nvSpPr>
          <p:spPr>
            <a:xfrm>
              <a:off x="5045837" y="14986047"/>
              <a:ext cx="915345"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21%</a:t>
              </a:r>
            </a:p>
          </p:txBody>
        </p:sp>
        <p:sp>
          <p:nvSpPr>
            <p:cNvPr id="81" name="TextBox 80">
              <a:extLst>
                <a:ext uri="{FF2B5EF4-FFF2-40B4-BE49-F238E27FC236}">
                  <a16:creationId xmlns:a16="http://schemas.microsoft.com/office/drawing/2014/main" id="{8F5DB644-9106-1A4D-8195-7048F7709902}"/>
                </a:ext>
              </a:extLst>
            </p:cNvPr>
            <p:cNvSpPr txBox="1"/>
            <p:nvPr/>
          </p:nvSpPr>
          <p:spPr>
            <a:xfrm>
              <a:off x="5991239" y="14986047"/>
              <a:ext cx="675842" cy="439003"/>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7%</a:t>
              </a:r>
            </a:p>
          </p:txBody>
        </p:sp>
        <p:sp>
          <p:nvSpPr>
            <p:cNvPr id="82" name="TextBox 81">
              <a:extLst>
                <a:ext uri="{FF2B5EF4-FFF2-40B4-BE49-F238E27FC236}">
                  <a16:creationId xmlns:a16="http://schemas.microsoft.com/office/drawing/2014/main" id="{EECD4D00-89D3-F14B-AAA2-DFF43267174D}"/>
                </a:ext>
              </a:extLst>
            </p:cNvPr>
            <p:cNvSpPr txBox="1"/>
            <p:nvPr/>
          </p:nvSpPr>
          <p:spPr>
            <a:xfrm>
              <a:off x="6854148" y="15015891"/>
              <a:ext cx="629870" cy="748786"/>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3%</a:t>
              </a:r>
            </a:p>
          </p:txBody>
        </p:sp>
        <p:grpSp>
          <p:nvGrpSpPr>
            <p:cNvPr id="83" name="Group 82">
              <a:extLst>
                <a:ext uri="{FF2B5EF4-FFF2-40B4-BE49-F238E27FC236}">
                  <a16:creationId xmlns:a16="http://schemas.microsoft.com/office/drawing/2014/main" id="{F94E22F5-DDBB-7448-87CA-FE6E7BA9DF7E}"/>
                </a:ext>
              </a:extLst>
            </p:cNvPr>
            <p:cNvGrpSpPr/>
            <p:nvPr/>
          </p:nvGrpSpPr>
          <p:grpSpPr>
            <a:xfrm>
              <a:off x="146476" y="14935625"/>
              <a:ext cx="7755351" cy="3279534"/>
              <a:chOff x="-146204" y="10635065"/>
              <a:chExt cx="11160526" cy="5056358"/>
            </a:xfrm>
          </p:grpSpPr>
          <p:graphicFrame>
            <p:nvGraphicFramePr>
              <p:cNvPr id="84" name="Chart 83">
                <a:extLst>
                  <a:ext uri="{FF2B5EF4-FFF2-40B4-BE49-F238E27FC236}">
                    <a16:creationId xmlns:a16="http://schemas.microsoft.com/office/drawing/2014/main" id="{50447A60-A9FC-234E-B608-DC2A4821EA9C}"/>
                  </a:ext>
                </a:extLst>
              </p:cNvPr>
              <p:cNvGraphicFramePr>
                <a:graphicFrameLocks/>
              </p:cNvGraphicFramePr>
              <p:nvPr>
                <p:extLst>
                  <p:ext uri="{D42A27DB-BD31-4B8C-83A1-F6EECF244321}">
                    <p14:modId xmlns:p14="http://schemas.microsoft.com/office/powerpoint/2010/main" val="3148423657"/>
                  </p:ext>
                </p:extLst>
              </p:nvPr>
            </p:nvGraphicFramePr>
            <p:xfrm>
              <a:off x="5352687" y="10635065"/>
              <a:ext cx="5247550" cy="4030043"/>
            </p:xfrm>
            <a:graphic>
              <a:graphicData uri="http://schemas.openxmlformats.org/drawingml/2006/chart">
                <c:chart xmlns:c="http://schemas.openxmlformats.org/drawingml/2006/chart" xmlns:r="http://schemas.openxmlformats.org/officeDocument/2006/relationships" r:id="rId3"/>
              </a:graphicData>
            </a:graphic>
          </p:graphicFrame>
          <p:sp>
            <p:nvSpPr>
              <p:cNvPr id="85" name="Rectangle 84">
                <a:extLst>
                  <a:ext uri="{FF2B5EF4-FFF2-40B4-BE49-F238E27FC236}">
                    <a16:creationId xmlns:a16="http://schemas.microsoft.com/office/drawing/2014/main" id="{67407710-5155-5A48-8879-CE5AE115A02B}"/>
                  </a:ext>
                </a:extLst>
              </p:cNvPr>
              <p:cNvSpPr/>
              <p:nvPr/>
            </p:nvSpPr>
            <p:spPr bwMode="auto">
              <a:xfrm>
                <a:off x="1989857" y="12507095"/>
                <a:ext cx="878700" cy="2275796"/>
              </a:xfrm>
              <a:prstGeom prst="rect">
                <a:avLst/>
              </a:prstGeom>
              <a:solidFill>
                <a:schemeClr val="bg1">
                  <a:lumMod val="65000"/>
                </a:schemeClr>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r>
                  <a:rPr lang="en-US" sz="1386">
                    <a:solidFill>
                      <a:schemeClr val="bg1"/>
                    </a:solidFill>
                  </a:rPr>
                  <a:t>72%</a:t>
                </a:r>
              </a:p>
            </p:txBody>
          </p:sp>
          <p:sp>
            <p:nvSpPr>
              <p:cNvPr id="86" name="Rectangle 85">
                <a:extLst>
                  <a:ext uri="{FF2B5EF4-FFF2-40B4-BE49-F238E27FC236}">
                    <a16:creationId xmlns:a16="http://schemas.microsoft.com/office/drawing/2014/main" id="{E9131B89-D41B-7644-80EA-B2CDCBAFE039}"/>
                  </a:ext>
                </a:extLst>
              </p:cNvPr>
              <p:cNvSpPr/>
              <p:nvPr/>
            </p:nvSpPr>
            <p:spPr bwMode="auto">
              <a:xfrm>
                <a:off x="1990284" y="11617923"/>
                <a:ext cx="894835" cy="892216"/>
              </a:xfrm>
              <a:prstGeom prst="rect">
                <a:avLst/>
              </a:prstGeom>
              <a:solidFill>
                <a:srgbClr val="B1810B"/>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r>
                  <a:rPr lang="en-US" sz="1248" dirty="0">
                    <a:solidFill>
                      <a:schemeClr val="bg1"/>
                    </a:solidFill>
                  </a:rPr>
                  <a:t>28%</a:t>
                </a:r>
              </a:p>
            </p:txBody>
          </p:sp>
          <p:sp>
            <p:nvSpPr>
              <p:cNvPr id="87" name="TextBox 86">
                <a:extLst>
                  <a:ext uri="{FF2B5EF4-FFF2-40B4-BE49-F238E27FC236}">
                    <a16:creationId xmlns:a16="http://schemas.microsoft.com/office/drawing/2014/main" id="{2B1B1084-33FB-A945-A798-ED5E7C76C7C8}"/>
                  </a:ext>
                </a:extLst>
              </p:cNvPr>
              <p:cNvSpPr txBox="1"/>
              <p:nvPr/>
            </p:nvSpPr>
            <p:spPr>
              <a:xfrm>
                <a:off x="447998" y="11865948"/>
                <a:ext cx="1480526" cy="676851"/>
              </a:xfrm>
              <a:prstGeom prst="rect">
                <a:avLst/>
              </a:prstGeom>
              <a:noFill/>
            </p:spPr>
            <p:txBody>
              <a:bodyPr wrap="square" rtlCol="0">
                <a:spAutoFit/>
              </a:bodyPr>
              <a:lstStyle/>
              <a:p>
                <a:r>
                  <a:rPr lang="en-US" sz="1386" b="1" dirty="0">
                    <a:solidFill>
                      <a:srgbClr val="D23A43"/>
                    </a:solidFill>
                  </a:rPr>
                  <a:t>Missed</a:t>
                </a:r>
              </a:p>
            </p:txBody>
          </p:sp>
          <p:sp>
            <p:nvSpPr>
              <p:cNvPr id="88" name="TextBox 87">
                <a:extLst>
                  <a:ext uri="{FF2B5EF4-FFF2-40B4-BE49-F238E27FC236}">
                    <a16:creationId xmlns:a16="http://schemas.microsoft.com/office/drawing/2014/main" id="{05C3ED9A-7465-5048-92FE-1710291B9BFB}"/>
                  </a:ext>
                </a:extLst>
              </p:cNvPr>
              <p:cNvSpPr txBox="1"/>
              <p:nvPr/>
            </p:nvSpPr>
            <p:spPr>
              <a:xfrm>
                <a:off x="-146204" y="13369899"/>
                <a:ext cx="2097114" cy="1151239"/>
              </a:xfrm>
              <a:prstGeom prst="rect">
                <a:avLst/>
              </a:prstGeom>
              <a:noFill/>
            </p:spPr>
            <p:txBody>
              <a:bodyPr wrap="none" rtlCol="0">
                <a:spAutoFit/>
              </a:bodyPr>
              <a:lstStyle/>
              <a:p>
                <a:pPr algn="r"/>
                <a:r>
                  <a:rPr lang="en-US" sz="1386" b="1" dirty="0">
                    <a:solidFill>
                      <a:schemeClr val="bg1">
                        <a:lumMod val="50000"/>
                      </a:schemeClr>
                    </a:solidFill>
                  </a:rPr>
                  <a:t>Predicted</a:t>
                </a:r>
              </a:p>
              <a:p>
                <a:pPr algn="r"/>
                <a:r>
                  <a:rPr lang="en-US" sz="1386" b="1" dirty="0">
                    <a:solidFill>
                      <a:schemeClr val="bg1">
                        <a:lumMod val="50000"/>
                      </a:schemeClr>
                    </a:solidFill>
                  </a:rPr>
                  <a:t>Accurately</a:t>
                </a:r>
              </a:p>
            </p:txBody>
          </p:sp>
          <p:sp>
            <p:nvSpPr>
              <p:cNvPr id="89" name="Rectangle 88">
                <a:extLst>
                  <a:ext uri="{FF2B5EF4-FFF2-40B4-BE49-F238E27FC236}">
                    <a16:creationId xmlns:a16="http://schemas.microsoft.com/office/drawing/2014/main" id="{4394BBF2-AEB4-7B47-B05E-AE8DB256E24D}"/>
                  </a:ext>
                </a:extLst>
              </p:cNvPr>
              <p:cNvSpPr/>
              <p:nvPr/>
            </p:nvSpPr>
            <p:spPr>
              <a:xfrm>
                <a:off x="3285318" y="11561193"/>
                <a:ext cx="1766284" cy="1042567"/>
              </a:xfrm>
              <a:prstGeom prst="rect">
                <a:avLst/>
              </a:prstGeom>
              <a:solidFill>
                <a:srgbClr val="F9E3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86" b="1" dirty="0">
                    <a:solidFill>
                      <a:srgbClr val="D23A43"/>
                    </a:solidFill>
                    <a:latin typeface="+mj-lt"/>
                  </a:rPr>
                  <a:t>$20-22 million</a:t>
                </a:r>
              </a:p>
            </p:txBody>
          </p:sp>
          <p:cxnSp>
            <p:nvCxnSpPr>
              <p:cNvPr id="90" name="Straight Connector 89">
                <a:extLst>
                  <a:ext uri="{FF2B5EF4-FFF2-40B4-BE49-F238E27FC236}">
                    <a16:creationId xmlns:a16="http://schemas.microsoft.com/office/drawing/2014/main" id="{657C599A-68DD-2E43-9890-25B36B3AC031}"/>
                  </a:ext>
                </a:extLst>
              </p:cNvPr>
              <p:cNvCxnSpPr/>
              <p:nvPr/>
            </p:nvCxnSpPr>
            <p:spPr bwMode="auto">
              <a:xfrm>
                <a:off x="5120752" y="11692472"/>
                <a:ext cx="0" cy="2838360"/>
              </a:xfrm>
              <a:prstGeom prst="line">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Box 90">
                <a:extLst>
                  <a:ext uri="{FF2B5EF4-FFF2-40B4-BE49-F238E27FC236}">
                    <a16:creationId xmlns:a16="http://schemas.microsoft.com/office/drawing/2014/main" id="{B9B630E1-38F2-0245-B66D-F44F4CBCD16F}"/>
                  </a:ext>
                </a:extLst>
              </p:cNvPr>
              <p:cNvSpPr txBox="1"/>
              <p:nvPr/>
            </p:nvSpPr>
            <p:spPr>
              <a:xfrm>
                <a:off x="2885123" y="13342980"/>
                <a:ext cx="2166486" cy="1625625"/>
              </a:xfrm>
              <a:prstGeom prst="rect">
                <a:avLst/>
              </a:prstGeom>
              <a:noFill/>
            </p:spPr>
            <p:txBody>
              <a:bodyPr wrap="square" rtlCol="0">
                <a:spAutoFit/>
              </a:bodyPr>
              <a:lstStyle/>
              <a:p>
                <a:pPr algn="ctr"/>
                <a:r>
                  <a:rPr lang="en-US" sz="1386" dirty="0">
                    <a:solidFill>
                      <a:srgbClr val="D23A43"/>
                    </a:solidFill>
                  </a:rPr>
                  <a:t>Opportunity Cost After Prediction</a:t>
                </a:r>
              </a:p>
            </p:txBody>
          </p:sp>
          <p:cxnSp>
            <p:nvCxnSpPr>
              <p:cNvPr id="92" name="Straight Connector 91">
                <a:extLst>
                  <a:ext uri="{FF2B5EF4-FFF2-40B4-BE49-F238E27FC236}">
                    <a16:creationId xmlns:a16="http://schemas.microsoft.com/office/drawing/2014/main" id="{6CEC053F-228E-FC4A-83B9-EC742307DC08}"/>
                  </a:ext>
                </a:extLst>
              </p:cNvPr>
              <p:cNvCxnSpPr/>
              <p:nvPr/>
            </p:nvCxnSpPr>
            <p:spPr bwMode="auto">
              <a:xfrm flipV="1">
                <a:off x="2714956" y="11556815"/>
                <a:ext cx="555882" cy="61109"/>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Connector 92">
                <a:extLst>
                  <a:ext uri="{FF2B5EF4-FFF2-40B4-BE49-F238E27FC236}">
                    <a16:creationId xmlns:a16="http://schemas.microsoft.com/office/drawing/2014/main" id="{5260EC54-3489-8D4C-BE9A-5A2342383756}"/>
                  </a:ext>
                </a:extLst>
              </p:cNvPr>
              <p:cNvCxnSpPr/>
              <p:nvPr/>
            </p:nvCxnSpPr>
            <p:spPr bwMode="auto">
              <a:xfrm>
                <a:off x="2713316" y="12507095"/>
                <a:ext cx="557094" cy="96667"/>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Box 93">
                <a:extLst>
                  <a:ext uri="{FF2B5EF4-FFF2-40B4-BE49-F238E27FC236}">
                    <a16:creationId xmlns:a16="http://schemas.microsoft.com/office/drawing/2014/main" id="{33CC86E8-1383-B342-8598-23233862E4BB}"/>
                  </a:ext>
                </a:extLst>
              </p:cNvPr>
              <p:cNvSpPr txBox="1"/>
              <p:nvPr/>
            </p:nvSpPr>
            <p:spPr>
              <a:xfrm>
                <a:off x="1081710" y="14890922"/>
                <a:ext cx="2137370" cy="676851"/>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Precision</a:t>
                </a:r>
              </a:p>
            </p:txBody>
          </p:sp>
          <p:sp>
            <p:nvSpPr>
              <p:cNvPr id="95" name="TextBox 94">
                <a:extLst>
                  <a:ext uri="{FF2B5EF4-FFF2-40B4-BE49-F238E27FC236}">
                    <a16:creationId xmlns:a16="http://schemas.microsoft.com/office/drawing/2014/main" id="{C1A0A287-F672-534E-BAC0-53995BC5AE7F}"/>
                  </a:ext>
                </a:extLst>
              </p:cNvPr>
              <p:cNvSpPr txBox="1"/>
              <p:nvPr/>
            </p:nvSpPr>
            <p:spPr>
              <a:xfrm>
                <a:off x="5102179" y="14526572"/>
                <a:ext cx="1625497" cy="676851"/>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Overall</a:t>
                </a:r>
              </a:p>
            </p:txBody>
          </p:sp>
          <p:sp>
            <p:nvSpPr>
              <p:cNvPr id="96" name="TextBox 95">
                <a:extLst>
                  <a:ext uri="{FF2B5EF4-FFF2-40B4-BE49-F238E27FC236}">
                    <a16:creationId xmlns:a16="http://schemas.microsoft.com/office/drawing/2014/main" id="{C75D4517-D02F-F348-B433-50C3F3FC2BE6}"/>
                  </a:ext>
                </a:extLst>
              </p:cNvPr>
              <p:cNvSpPr txBox="1"/>
              <p:nvPr/>
            </p:nvSpPr>
            <p:spPr>
              <a:xfrm>
                <a:off x="6521837" y="14540184"/>
                <a:ext cx="1625497"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Seafood</a:t>
                </a:r>
              </a:p>
            </p:txBody>
          </p:sp>
          <p:sp>
            <p:nvSpPr>
              <p:cNvPr id="97" name="TextBox 96">
                <a:extLst>
                  <a:ext uri="{FF2B5EF4-FFF2-40B4-BE49-F238E27FC236}">
                    <a16:creationId xmlns:a16="http://schemas.microsoft.com/office/drawing/2014/main" id="{8195142E-1711-C443-9118-D7734DF20406}"/>
                  </a:ext>
                </a:extLst>
              </p:cNvPr>
              <p:cNvSpPr txBox="1"/>
              <p:nvPr/>
            </p:nvSpPr>
            <p:spPr>
              <a:xfrm>
                <a:off x="8077965" y="14520637"/>
                <a:ext cx="1417879"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Bakery</a:t>
                </a:r>
              </a:p>
            </p:txBody>
          </p:sp>
          <p:sp>
            <p:nvSpPr>
              <p:cNvPr id="98" name="TextBox 97">
                <a:extLst>
                  <a:ext uri="{FF2B5EF4-FFF2-40B4-BE49-F238E27FC236}">
                    <a16:creationId xmlns:a16="http://schemas.microsoft.com/office/drawing/2014/main" id="{E87CB077-388E-FF42-9AC8-6DA08D47F948}"/>
                  </a:ext>
                </a:extLst>
              </p:cNvPr>
              <p:cNvSpPr txBox="1"/>
              <p:nvPr/>
            </p:nvSpPr>
            <p:spPr>
              <a:xfrm>
                <a:off x="9506632" y="14504628"/>
                <a:ext cx="1181233" cy="1151239"/>
              </a:xfrm>
              <a:prstGeom prst="rect">
                <a:avLst/>
              </a:prstGeom>
              <a:noFill/>
            </p:spPr>
            <p:txBody>
              <a:bodyPr wrap="square" rtlCol="0">
                <a:spAutoFit/>
              </a:bodyPr>
              <a:lstStyle/>
              <a:p>
                <a:r>
                  <a:rPr lang="en-US" sz="1386" dirty="0">
                    <a:latin typeface="Arial" panose="020B0604020202020204" pitchFamily="34" charset="0"/>
                    <a:cs typeface="Arial" panose="020B0604020202020204" pitchFamily="34" charset="0"/>
                  </a:rPr>
                  <a:t>Dairy</a:t>
                </a:r>
              </a:p>
            </p:txBody>
          </p:sp>
          <p:sp>
            <p:nvSpPr>
              <p:cNvPr id="99" name="TextBox 98">
                <a:extLst>
                  <a:ext uri="{FF2B5EF4-FFF2-40B4-BE49-F238E27FC236}">
                    <a16:creationId xmlns:a16="http://schemas.microsoft.com/office/drawing/2014/main" id="{48844997-85A0-EF4E-BE74-1FE8E4616887}"/>
                  </a:ext>
                </a:extLst>
              </p:cNvPr>
              <p:cNvSpPr txBox="1"/>
              <p:nvPr/>
            </p:nvSpPr>
            <p:spPr>
              <a:xfrm>
                <a:off x="5757998" y="13271406"/>
                <a:ext cx="834777"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95%</a:t>
                </a:r>
              </a:p>
            </p:txBody>
          </p:sp>
          <p:sp>
            <p:nvSpPr>
              <p:cNvPr id="100" name="TextBox 99">
                <a:extLst>
                  <a:ext uri="{FF2B5EF4-FFF2-40B4-BE49-F238E27FC236}">
                    <a16:creationId xmlns:a16="http://schemas.microsoft.com/office/drawing/2014/main" id="{7F70B75A-1265-5B44-A70D-EE452D47F5E5}"/>
                  </a:ext>
                </a:extLst>
              </p:cNvPr>
              <p:cNvSpPr txBox="1"/>
              <p:nvPr/>
            </p:nvSpPr>
            <p:spPr>
              <a:xfrm>
                <a:off x="7038931" y="13264314"/>
                <a:ext cx="806056"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79%</a:t>
                </a:r>
              </a:p>
            </p:txBody>
          </p:sp>
          <p:sp>
            <p:nvSpPr>
              <p:cNvPr id="101" name="TextBox 100">
                <a:extLst>
                  <a:ext uri="{FF2B5EF4-FFF2-40B4-BE49-F238E27FC236}">
                    <a16:creationId xmlns:a16="http://schemas.microsoft.com/office/drawing/2014/main" id="{FC4E63E5-B7B9-F741-81FA-F59837D8D697}"/>
                  </a:ext>
                </a:extLst>
              </p:cNvPr>
              <p:cNvSpPr txBox="1"/>
              <p:nvPr/>
            </p:nvSpPr>
            <p:spPr>
              <a:xfrm>
                <a:off x="8261747" y="13264314"/>
                <a:ext cx="828639" cy="1151239"/>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93%</a:t>
                </a:r>
              </a:p>
            </p:txBody>
          </p:sp>
          <p:sp>
            <p:nvSpPr>
              <p:cNvPr id="102" name="TextBox 101">
                <a:extLst>
                  <a:ext uri="{FF2B5EF4-FFF2-40B4-BE49-F238E27FC236}">
                    <a16:creationId xmlns:a16="http://schemas.microsoft.com/office/drawing/2014/main" id="{22A44EC4-B900-1D4E-ADB6-8B90EAA0522A}"/>
                  </a:ext>
                </a:extLst>
              </p:cNvPr>
              <p:cNvSpPr txBox="1"/>
              <p:nvPr/>
            </p:nvSpPr>
            <p:spPr>
              <a:xfrm>
                <a:off x="9498155" y="13197707"/>
                <a:ext cx="763812" cy="1625625"/>
              </a:xfrm>
              <a:prstGeom prst="rect">
                <a:avLst/>
              </a:prstGeom>
              <a:noFill/>
            </p:spPr>
            <p:txBody>
              <a:bodyPr wrap="square" rtlCol="0">
                <a:spAutoFit/>
              </a:bodyPr>
              <a:lstStyle/>
              <a:p>
                <a:r>
                  <a:rPr lang="en-US" sz="1386" dirty="0">
                    <a:solidFill>
                      <a:schemeClr val="bg1"/>
                    </a:solidFill>
                    <a:latin typeface="Arial" panose="020B0604020202020204" pitchFamily="34" charset="0"/>
                    <a:cs typeface="Arial" panose="020B0604020202020204" pitchFamily="34" charset="0"/>
                  </a:rPr>
                  <a:t>97%</a:t>
                </a:r>
              </a:p>
            </p:txBody>
          </p:sp>
          <p:sp>
            <p:nvSpPr>
              <p:cNvPr id="103" name="Rectangle 102">
                <a:extLst>
                  <a:ext uri="{FF2B5EF4-FFF2-40B4-BE49-F238E27FC236}">
                    <a16:creationId xmlns:a16="http://schemas.microsoft.com/office/drawing/2014/main" id="{3F27159E-6594-F749-BECC-B1A8428F10E6}"/>
                  </a:ext>
                </a:extLst>
              </p:cNvPr>
              <p:cNvSpPr/>
              <p:nvPr/>
            </p:nvSpPr>
            <p:spPr bwMode="auto">
              <a:xfrm>
                <a:off x="6623498" y="15124273"/>
                <a:ext cx="193030" cy="291368"/>
              </a:xfrm>
              <a:prstGeom prst="rect">
                <a:avLst/>
              </a:prstGeom>
              <a:solidFill>
                <a:schemeClr val="tx1"/>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endParaRPr lang="en-US" sz="1248" dirty="0">
                  <a:solidFill>
                    <a:schemeClr val="bg1"/>
                  </a:solidFill>
                </a:endParaRPr>
              </a:p>
            </p:txBody>
          </p:sp>
          <p:sp>
            <p:nvSpPr>
              <p:cNvPr id="104" name="Rectangle 103">
                <a:extLst>
                  <a:ext uri="{FF2B5EF4-FFF2-40B4-BE49-F238E27FC236}">
                    <a16:creationId xmlns:a16="http://schemas.microsoft.com/office/drawing/2014/main" id="{BB524766-5046-F442-9A26-99A0E11899D6}"/>
                  </a:ext>
                </a:extLst>
              </p:cNvPr>
              <p:cNvSpPr/>
              <p:nvPr/>
            </p:nvSpPr>
            <p:spPr bwMode="auto">
              <a:xfrm>
                <a:off x="8537920" y="15125149"/>
                <a:ext cx="213218" cy="321988"/>
              </a:xfrm>
              <a:prstGeom prst="rect">
                <a:avLst/>
              </a:prstGeom>
              <a:solidFill>
                <a:srgbClr val="B1810B"/>
              </a:solidFill>
              <a:ln w="9525" cap="flat" cmpd="sng" algn="ctr">
                <a:noFill/>
                <a:prstDash val="solid"/>
                <a:round/>
                <a:headEnd type="none" w="med" len="med"/>
                <a:tailEnd type="none" w="med" len="med"/>
              </a:ln>
              <a:effectLst/>
            </p:spPr>
            <p:txBody>
              <a:bodyPr vert="horz" wrap="square" lIns="63362" tIns="31681" rIns="63362" bIns="31681" numCol="1" rtlCol="0" anchor="ctr" anchorCtr="0" compatLnSpc="1">
                <a:prstTxWarp prst="textNoShape">
                  <a:avLst/>
                </a:prstTxWarp>
              </a:bodyPr>
              <a:lstStyle/>
              <a:p>
                <a:pPr algn="ctr" defTabSz="633573"/>
                <a:endParaRPr lang="en-US" sz="1248" dirty="0">
                  <a:solidFill>
                    <a:schemeClr val="bg1"/>
                  </a:solidFill>
                </a:endParaRPr>
              </a:p>
            </p:txBody>
          </p:sp>
          <p:sp>
            <p:nvSpPr>
              <p:cNvPr id="105" name="TextBox 104">
                <a:extLst>
                  <a:ext uri="{FF2B5EF4-FFF2-40B4-BE49-F238E27FC236}">
                    <a16:creationId xmlns:a16="http://schemas.microsoft.com/office/drawing/2014/main" id="{CCF34E05-78CC-174F-9EB5-A566BA2A6D1D}"/>
                  </a:ext>
                </a:extLst>
              </p:cNvPr>
              <p:cNvSpPr txBox="1"/>
              <p:nvPr/>
            </p:nvSpPr>
            <p:spPr>
              <a:xfrm>
                <a:off x="6816528" y="15000468"/>
                <a:ext cx="1532426" cy="67685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OOS</a:t>
                </a:r>
              </a:p>
            </p:txBody>
          </p:sp>
          <p:sp>
            <p:nvSpPr>
              <p:cNvPr id="106" name="TextBox 105">
                <a:extLst>
                  <a:ext uri="{FF2B5EF4-FFF2-40B4-BE49-F238E27FC236}">
                    <a16:creationId xmlns:a16="http://schemas.microsoft.com/office/drawing/2014/main" id="{3B40F540-6DDA-4E47-99DB-6A050D24BE7F}"/>
                  </a:ext>
                </a:extLst>
              </p:cNvPr>
              <p:cNvSpPr txBox="1"/>
              <p:nvPr/>
            </p:nvSpPr>
            <p:spPr>
              <a:xfrm>
                <a:off x="8739537" y="14986380"/>
                <a:ext cx="2274785" cy="67685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Not OOS</a:t>
                </a:r>
              </a:p>
            </p:txBody>
          </p:sp>
        </p:grpSp>
      </p:grpSp>
      <p:sp>
        <p:nvSpPr>
          <p:cNvPr id="144" name="Rectangle 143">
            <a:extLst>
              <a:ext uri="{FF2B5EF4-FFF2-40B4-BE49-F238E27FC236}">
                <a16:creationId xmlns:a16="http://schemas.microsoft.com/office/drawing/2014/main" id="{6CDBA55F-FD05-314A-96B3-BD903C48701D}"/>
              </a:ext>
            </a:extLst>
          </p:cNvPr>
          <p:cNvSpPr/>
          <p:nvPr/>
        </p:nvSpPr>
        <p:spPr bwMode="auto">
          <a:xfrm>
            <a:off x="24346833" y="365845"/>
            <a:ext cx="6679330" cy="44650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45" name="Rectangle 144">
            <a:extLst>
              <a:ext uri="{FF2B5EF4-FFF2-40B4-BE49-F238E27FC236}">
                <a16:creationId xmlns:a16="http://schemas.microsoft.com/office/drawing/2014/main" id="{1F41151D-D6E8-3646-93D8-AD23134EE19B}"/>
              </a:ext>
            </a:extLst>
          </p:cNvPr>
          <p:cNvSpPr/>
          <p:nvPr/>
        </p:nvSpPr>
        <p:spPr>
          <a:xfrm>
            <a:off x="24413198" y="434816"/>
            <a:ext cx="6346531"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BUSINESS IMPLICATIONS</a:t>
            </a:r>
          </a:p>
        </p:txBody>
      </p:sp>
      <p:grpSp>
        <p:nvGrpSpPr>
          <p:cNvPr id="150" name="Group 149">
            <a:extLst>
              <a:ext uri="{FF2B5EF4-FFF2-40B4-BE49-F238E27FC236}">
                <a16:creationId xmlns:a16="http://schemas.microsoft.com/office/drawing/2014/main" id="{A4045B48-3758-424B-8B28-53A1B94CD3F9}"/>
              </a:ext>
            </a:extLst>
          </p:cNvPr>
          <p:cNvGrpSpPr/>
          <p:nvPr/>
        </p:nvGrpSpPr>
        <p:grpSpPr>
          <a:xfrm>
            <a:off x="24824563" y="6883346"/>
            <a:ext cx="5504051" cy="2236547"/>
            <a:chOff x="25289585" y="11815798"/>
            <a:chExt cx="7270041" cy="3385539"/>
          </a:xfrm>
        </p:grpSpPr>
        <p:grpSp>
          <p:nvGrpSpPr>
            <p:cNvPr id="153" name="Group 152">
              <a:extLst>
                <a:ext uri="{FF2B5EF4-FFF2-40B4-BE49-F238E27FC236}">
                  <a16:creationId xmlns:a16="http://schemas.microsoft.com/office/drawing/2014/main" id="{1B2AB3AA-2DA2-C94A-9D6B-3FC5CD7DC995}"/>
                </a:ext>
              </a:extLst>
            </p:cNvPr>
            <p:cNvGrpSpPr/>
            <p:nvPr/>
          </p:nvGrpSpPr>
          <p:grpSpPr>
            <a:xfrm>
              <a:off x="25289585" y="11815798"/>
              <a:ext cx="7270041" cy="3385539"/>
              <a:chOff x="1149350" y="904695"/>
              <a:chExt cx="7226300" cy="3457830"/>
            </a:xfrm>
          </p:grpSpPr>
          <p:sp>
            <p:nvSpPr>
              <p:cNvPr id="159" name="Text Placeholder 11">
                <a:extLst>
                  <a:ext uri="{FF2B5EF4-FFF2-40B4-BE49-F238E27FC236}">
                    <a16:creationId xmlns:a16="http://schemas.microsoft.com/office/drawing/2014/main" id="{A377BADA-2D45-6D4B-BA5B-F2A70A34C05B}"/>
                  </a:ext>
                </a:extLst>
              </p:cNvPr>
              <p:cNvSpPr>
                <a:spLocks noGrp="1"/>
              </p:cNvSpPr>
              <p:nvPr/>
            </p:nvSpPr>
            <p:spPr bwMode="gray">
              <a:xfrm>
                <a:off x="7626350" y="1662747"/>
                <a:ext cx="31273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14302" tIns="0" rIns="14302" bIns="0" numCol="1" spcCol="0" anchor="b"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836D957C-DB45-47DD-9CDF-56638D547EB8}" type="datetime'''5''''''0''''''''''''''''''''''.''''''''6'''''''">
                  <a:rPr lang="en-US" altLang="en-US" sz="1386" b="1">
                    <a:solidFill>
                      <a:schemeClr val="bg1"/>
                    </a:solidFill>
                    <a:latin typeface="Arial" panose="020B0604020202020204" pitchFamily="34" charset="0"/>
                    <a:cs typeface="Arial" panose="020B0604020202020204" pitchFamily="34" charset="0"/>
                    <a:sym typeface="Arial" panose="020B0604020202020204" pitchFamily="34" charset="0"/>
                  </a:rPr>
                  <a:pPr/>
                  <a:t>50.6</a:t>
                </a:fld>
                <a:endParaRPr lang="en-US" sz="762" b="1">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grpSp>
            <p:nvGrpSpPr>
              <p:cNvPr id="160" name="Group 159">
                <a:extLst>
                  <a:ext uri="{FF2B5EF4-FFF2-40B4-BE49-F238E27FC236}">
                    <a16:creationId xmlns:a16="http://schemas.microsoft.com/office/drawing/2014/main" id="{AAB11AA6-74F1-CF47-8032-E44A64CC7179}"/>
                  </a:ext>
                </a:extLst>
              </p:cNvPr>
              <p:cNvGrpSpPr/>
              <p:nvPr/>
            </p:nvGrpSpPr>
            <p:grpSpPr>
              <a:xfrm>
                <a:off x="1149350" y="904695"/>
                <a:ext cx="7226300" cy="3457830"/>
                <a:chOff x="1149350" y="904695"/>
                <a:chExt cx="7226300" cy="3457830"/>
              </a:xfrm>
            </p:grpSpPr>
            <p:cxnSp>
              <p:nvCxnSpPr>
                <p:cNvPr id="161" name="Straight Connector 160">
                  <a:extLst>
                    <a:ext uri="{FF2B5EF4-FFF2-40B4-BE49-F238E27FC236}">
                      <a16:creationId xmlns:a16="http://schemas.microsoft.com/office/drawing/2014/main" id="{A369AA3B-D0BC-AD43-9EB9-F4717149E2A5}"/>
                    </a:ext>
                  </a:extLst>
                </p:cNvPr>
                <p:cNvCxnSpPr/>
                <p:nvPr/>
              </p:nvCxnSpPr>
              <p:spPr bwMode="auto">
                <a:xfrm>
                  <a:off x="2016125" y="3605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DBE2C1B8-9A91-8544-9AF2-E83BFD384A95}"/>
                    </a:ext>
                  </a:extLst>
                </p:cNvPr>
                <p:cNvCxnSpPr/>
                <p:nvPr/>
              </p:nvCxnSpPr>
              <p:spPr bwMode="auto">
                <a:xfrm>
                  <a:off x="3025775" y="242252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E50C5DD6-DB0B-4642-A707-844C775FC3A9}"/>
                    </a:ext>
                  </a:extLst>
                </p:cNvPr>
                <p:cNvCxnSpPr/>
                <p:nvPr/>
              </p:nvCxnSpPr>
              <p:spPr bwMode="auto">
                <a:xfrm>
                  <a:off x="7061200" y="1192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9670C39F-46DA-064C-861C-89D8EEA45452}"/>
                    </a:ext>
                  </a:extLst>
                </p:cNvPr>
                <p:cNvCxnSpPr/>
                <p:nvPr/>
              </p:nvCxnSpPr>
              <p:spPr bwMode="auto">
                <a:xfrm>
                  <a:off x="5043488" y="165417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46FE00C3-C677-644A-B7A1-8373E2BE92A1}"/>
                    </a:ext>
                  </a:extLst>
                </p:cNvPr>
                <p:cNvCxnSpPr/>
                <p:nvPr/>
              </p:nvCxnSpPr>
              <p:spPr bwMode="auto">
                <a:xfrm>
                  <a:off x="6051550" y="15224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1AA123BB-EAAC-9B4A-B470-411A9CBABA28}"/>
                    </a:ext>
                  </a:extLst>
                </p:cNvPr>
                <p:cNvCxnSpPr/>
                <p:nvPr/>
              </p:nvCxnSpPr>
              <p:spPr bwMode="auto">
                <a:xfrm>
                  <a:off x="4033838" y="1773238"/>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graphicFrame>
              <p:nvGraphicFramePr>
                <p:cNvPr id="167" name="Chart 166">
                  <a:extLst>
                    <a:ext uri="{FF2B5EF4-FFF2-40B4-BE49-F238E27FC236}">
                      <a16:creationId xmlns:a16="http://schemas.microsoft.com/office/drawing/2014/main" id="{66D56AEA-FB1E-7C4A-8F08-998A9D103689}"/>
                    </a:ext>
                  </a:extLst>
                </p:cNvPr>
                <p:cNvGraphicFramePr/>
                <p:nvPr>
                  <p:extLst>
                    <p:ext uri="{D42A27DB-BD31-4B8C-83A1-F6EECF244321}">
                      <p14:modId xmlns:p14="http://schemas.microsoft.com/office/powerpoint/2010/main" val="2051614566"/>
                    </p:ext>
                  </p:extLst>
                </p:nvPr>
              </p:nvGraphicFramePr>
              <p:xfrm>
                <a:off x="1149350" y="1109663"/>
                <a:ext cx="7226300" cy="3022600"/>
              </p:xfrm>
              <a:graphic>
                <a:graphicData uri="http://schemas.openxmlformats.org/drawingml/2006/chart">
                  <c:chart xmlns:c="http://schemas.openxmlformats.org/drawingml/2006/chart" xmlns:r="http://schemas.openxmlformats.org/officeDocument/2006/relationships" r:id="rId4"/>
                </a:graphicData>
              </a:graphic>
            </p:graphicFrame>
            <p:sp>
              <p:nvSpPr>
                <p:cNvPr id="168" name="Text Placeholder 11">
                  <a:extLst>
                    <a:ext uri="{FF2B5EF4-FFF2-40B4-BE49-F238E27FC236}">
                      <a16:creationId xmlns:a16="http://schemas.microsoft.com/office/drawing/2014/main" id="{E3E99342-B0A5-DE46-86A7-B6077606E9EA}"/>
                    </a:ext>
                  </a:extLst>
                </p:cNvPr>
                <p:cNvSpPr>
                  <a:spLocks noGrp="1"/>
                </p:cNvSpPr>
                <p:nvPr/>
              </p:nvSpPr>
              <p:spPr bwMode="auto">
                <a:xfrm>
                  <a:off x="1449388" y="4095750"/>
                  <a:ext cx="5730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6C697B0B-CA0F-46FE-AAB9-D7F17EAA5733}" type="datetime'''''''P''''''''''''''''''''''''''''''rod''u''''''c''e'''''''''">
                    <a:rPr lang="en-US" altLang="en-US" sz="1386" b="1">
                      <a:latin typeface="Arial" panose="020B0604020202020204" pitchFamily="34" charset="0"/>
                      <a:cs typeface="Arial" panose="020B0604020202020204" pitchFamily="34" charset="0"/>
                      <a:sym typeface="Arial" panose="020B0604020202020204" pitchFamily="34" charset="0"/>
                    </a:rPr>
                    <a:pPr/>
                    <a:t>Produce</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69" name="Text Placeholder 11">
                  <a:extLst>
                    <a:ext uri="{FF2B5EF4-FFF2-40B4-BE49-F238E27FC236}">
                      <a16:creationId xmlns:a16="http://schemas.microsoft.com/office/drawing/2014/main" id="{65E32720-DA2C-8841-A6A8-F6309BBE08AC}"/>
                    </a:ext>
                  </a:extLst>
                </p:cNvPr>
                <p:cNvSpPr>
                  <a:spLocks noGrp="1"/>
                </p:cNvSpPr>
                <p:nvPr/>
              </p:nvSpPr>
              <p:spPr bwMode="auto">
                <a:xfrm>
                  <a:off x="5487988" y="4095750"/>
                  <a:ext cx="5651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0F57AF3-3EFB-461B-A253-4E5B0BB92360}" type="datetime'''''S''''e''''''''''''a''''''''''''''''''''''''fo''''''''od'">
                    <a:rPr lang="en-US" altLang="en-US" sz="1386" b="1">
                      <a:latin typeface="Arial" panose="020B0604020202020204" pitchFamily="34" charset="0"/>
                      <a:cs typeface="Arial" panose="020B0604020202020204" pitchFamily="34" charset="0"/>
                      <a:sym typeface="Arial" panose="020B0604020202020204" pitchFamily="34" charset="0"/>
                    </a:rPr>
                    <a:pPr/>
                    <a:t>Seafood</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0" name="Text Placeholder 11">
                  <a:extLst>
                    <a:ext uri="{FF2B5EF4-FFF2-40B4-BE49-F238E27FC236}">
                      <a16:creationId xmlns:a16="http://schemas.microsoft.com/office/drawing/2014/main" id="{9CE41619-BCCA-534D-A929-787D9A544F05}"/>
                    </a:ext>
                  </a:extLst>
                </p:cNvPr>
                <p:cNvSpPr>
                  <a:spLocks noGrp="1"/>
                </p:cNvSpPr>
                <p:nvPr/>
              </p:nvSpPr>
              <p:spPr bwMode="auto">
                <a:xfrm>
                  <a:off x="2611438" y="4095750"/>
                  <a:ext cx="2682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714B8252-5F25-4DDA-89DD-F7246B3624B3}" type="datetime'''''''''''D''''''''el''''''i'''">
                    <a:rPr lang="en-US" altLang="en-US" sz="1386" b="1">
                      <a:latin typeface="Arial" panose="020B0604020202020204" pitchFamily="34" charset="0"/>
                      <a:cs typeface="Arial" panose="020B0604020202020204" pitchFamily="34" charset="0"/>
                      <a:sym typeface="Arial" panose="020B0604020202020204" pitchFamily="34" charset="0"/>
                    </a:rPr>
                    <a:pPr/>
                    <a:t>Deli</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1" name="Text Placeholder 11">
                  <a:extLst>
                    <a:ext uri="{FF2B5EF4-FFF2-40B4-BE49-F238E27FC236}">
                      <a16:creationId xmlns:a16="http://schemas.microsoft.com/office/drawing/2014/main" id="{15C33D16-3773-7A49-95CB-FD40BD07E8DC}"/>
                    </a:ext>
                  </a:extLst>
                </p:cNvPr>
                <p:cNvSpPr>
                  <a:spLocks noGrp="1"/>
                </p:cNvSpPr>
                <p:nvPr/>
              </p:nvSpPr>
              <p:spPr bwMode="auto">
                <a:xfrm>
                  <a:off x="3587749" y="4095750"/>
                  <a:ext cx="33020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5BD977D-3C43-44C7-8426-91C4BD14A232}" type="datetime'''''''''''''''''''M''''e''''''a''''''''''t'''''''''''''''''">
                    <a:rPr lang="en-US" altLang="en-US" sz="1386" b="1">
                      <a:latin typeface="Arial" panose="020B0604020202020204" pitchFamily="34" charset="0"/>
                      <a:cs typeface="Arial" panose="020B0604020202020204" pitchFamily="34" charset="0"/>
                      <a:sym typeface="Arial" panose="020B0604020202020204" pitchFamily="34" charset="0"/>
                    </a:rPr>
                    <a:pPr/>
                    <a:t>Meat</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2" name="Text Placeholder 11">
                  <a:extLst>
                    <a:ext uri="{FF2B5EF4-FFF2-40B4-BE49-F238E27FC236}">
                      <a16:creationId xmlns:a16="http://schemas.microsoft.com/office/drawing/2014/main" id="{12BB486A-817C-3A41-A3A3-1294AF5311D2}"/>
                    </a:ext>
                  </a:extLst>
                </p:cNvPr>
                <p:cNvSpPr>
                  <a:spLocks noGrp="1"/>
                </p:cNvSpPr>
                <p:nvPr/>
              </p:nvSpPr>
              <p:spPr bwMode="auto">
                <a:xfrm>
                  <a:off x="6565900" y="4095750"/>
                  <a:ext cx="430213"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CFA311B6-B4FE-4DD0-A078-38008CB29B02}" type="datetime'''''''''''''''''''''''O''''''''t''h''e''''''r''''''s'''">
                    <a:rPr lang="en-US" altLang="en-US" sz="1386" b="1">
                      <a:latin typeface="Arial" panose="020B0604020202020204" pitchFamily="34" charset="0"/>
                      <a:cs typeface="Arial" panose="020B0604020202020204" pitchFamily="34" charset="0"/>
                      <a:sym typeface="Arial" panose="020B0604020202020204" pitchFamily="34" charset="0"/>
                    </a:rPr>
                    <a:pPr/>
                    <a:t>Others</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3" name="Text Placeholder 11">
                  <a:extLst>
                    <a:ext uri="{FF2B5EF4-FFF2-40B4-BE49-F238E27FC236}">
                      <a16:creationId xmlns:a16="http://schemas.microsoft.com/office/drawing/2014/main" id="{1FD88918-FF8F-924C-B3E2-86C44D9A45D3}"/>
                    </a:ext>
                  </a:extLst>
                </p:cNvPr>
                <p:cNvSpPr>
                  <a:spLocks noGrp="1"/>
                </p:cNvSpPr>
                <p:nvPr/>
              </p:nvSpPr>
              <p:spPr bwMode="auto">
                <a:xfrm>
                  <a:off x="7626350" y="4095750"/>
                  <a:ext cx="3238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D75122EC-A470-42FB-B245-08D046D9A1D4}" type="datetime'''''''''''T''''''''''''''''''''''''''''''''''''ota''''''''''l'">
                    <a:rPr lang="en-US" altLang="en-US" sz="1386" b="1">
                      <a:latin typeface="Arial" panose="020B0604020202020204" pitchFamily="34" charset="0"/>
                      <a:cs typeface="Arial" panose="020B0604020202020204" pitchFamily="34" charset="0"/>
                      <a:sym typeface="Arial" panose="020B0604020202020204" pitchFamily="34" charset="0"/>
                    </a:rPr>
                    <a:pPr/>
                    <a:t>Total</a:t>
                  </a:fld>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4" name="Text Placeholder 11">
                  <a:extLst>
                    <a:ext uri="{FF2B5EF4-FFF2-40B4-BE49-F238E27FC236}">
                      <a16:creationId xmlns:a16="http://schemas.microsoft.com/office/drawing/2014/main" id="{8D069220-FD2E-5F4E-9016-0D8AB2FD6148}"/>
                    </a:ext>
                  </a:extLst>
                </p:cNvPr>
                <p:cNvSpPr>
                  <a:spLocks noGrp="1"/>
                </p:cNvSpPr>
                <p:nvPr/>
              </p:nvSpPr>
              <p:spPr bwMode="auto">
                <a:xfrm>
                  <a:off x="4481513" y="4095750"/>
                  <a:ext cx="8826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r>
                    <a:rPr lang="en-US" sz="1386"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Grocery</a:t>
                  </a:r>
                  <a:endParaRPr lang="en-US" sz="110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5" name="Text Placeholder 11">
                  <a:extLst>
                    <a:ext uri="{FF2B5EF4-FFF2-40B4-BE49-F238E27FC236}">
                      <a16:creationId xmlns:a16="http://schemas.microsoft.com/office/drawing/2014/main" id="{28A341F7-A17D-2146-87D6-327C2952E5CC}"/>
                    </a:ext>
                  </a:extLst>
                </p:cNvPr>
                <p:cNvSpPr>
                  <a:spLocks noGrp="1"/>
                </p:cNvSpPr>
                <p:nvPr/>
              </p:nvSpPr>
              <p:spPr bwMode="gray">
                <a:xfrm>
                  <a:off x="6481109" y="904695"/>
                  <a:ext cx="752527" cy="283337"/>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a14="http://schemas.microsoft.com/office/drawing/2010/main" xmlns:lc="http://schemas.openxmlformats.org/drawingml/2006/lockedCanvas" xmlns="">
                      <a:solidFill>
                        <a:srgbClr val="FFFFFF"/>
                      </a:solidFill>
                    </a14:hiddenFill>
                  </a:ext>
                  <a:ext uri="{91240B29-F687-4f45-9708-019B960494DF}">
                    <a14:hiddenLine xmlns:a14="http://schemas.microsoft.com/office/drawing/2010/main" xmlns:lc="http://schemas.openxmlformats.org/drawingml/2006/lockedCanvas" xmlns="" w="9525">
                      <a:solidFill>
                        <a:srgbClr val="000000"/>
                      </a:solidFill>
                      <a:miter lim="800000"/>
                      <a:headEnd/>
                      <a:tailEnd/>
                    </a14:hiddenLine>
                  </a:ext>
                  <a:ext uri="{FAA26D3D-D897-4be2-8F04-BA451C77F1D7}">
                    <ma14:placeholderFlag xmlns:ma14="http://schemas.microsoft.com/office/mac/drawingml/2011/main" xmlns:lc="http://schemas.openxmlformats.org/drawingml/2006/lockedCanvas" xmlns="" val="1"/>
                  </a:ext>
                </a:extLst>
              </p:spPr>
              <p:txBody>
                <a:bodyPr vert="horz" wrap="none" lIns="14302" tIns="0" rIns="14302" bIns="0" numCol="1" spcCol="0" anchor="ctr"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20E9C4FE-8E4E-4620-9F7C-7DFE75683DD9}" type="datetime'''''5''''''.''''''''''''9'''''">
                    <a:rPr lang="en-US" altLang="en-US" sz="1386" b="1">
                      <a:latin typeface="Arial" panose="020B0604020202020204" pitchFamily="34" charset="0"/>
                      <a:cs typeface="Arial" panose="020B0604020202020204" pitchFamily="34" charset="0"/>
                      <a:sym typeface="Arial" panose="020B0604020202020204" pitchFamily="34" charset="0"/>
                    </a:rPr>
                    <a:pPr/>
                    <a:t>5.9</a:t>
                  </a:fld>
                  <a:r>
                    <a:rPr lang="en-US" altLang="en-US" sz="1386" b="1" dirty="0">
                      <a:latin typeface="Arial" panose="020B0604020202020204" pitchFamily="34" charset="0"/>
                      <a:cs typeface="Arial" panose="020B0604020202020204" pitchFamily="34" charset="0"/>
                      <a:sym typeface="Arial" panose="020B0604020202020204" pitchFamily="34" charset="0"/>
                    </a:rPr>
                    <a:t> M</a:t>
                  </a:r>
                  <a:endParaRPr lang="en-US" sz="969" b="1" dirty="0">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6" name="Rectangle 175">
                  <a:extLst>
                    <a:ext uri="{FF2B5EF4-FFF2-40B4-BE49-F238E27FC236}">
                      <a16:creationId xmlns:a16="http://schemas.microsoft.com/office/drawing/2014/main" id="{E1FFDC57-3F9A-5049-9206-8482F3C87DC9}"/>
                    </a:ext>
                  </a:extLst>
                </p:cNvPr>
                <p:cNvSpPr/>
                <p:nvPr/>
              </p:nvSpPr>
              <p:spPr>
                <a:xfrm>
                  <a:off x="1379498" y="3128870"/>
                  <a:ext cx="704926" cy="1233655"/>
                </a:xfrm>
                <a:prstGeom prst="rect">
                  <a:avLst/>
                </a:prstGeom>
                <a:noFill/>
                <a:ln>
                  <a:solidFill>
                    <a:srgbClr val="D23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912813" rtl="0" fontAlgn="base">
                    <a:spcBef>
                      <a:spcPct val="0"/>
                    </a:spcBef>
                    <a:spcAft>
                      <a:spcPct val="0"/>
                    </a:spcAft>
                    <a:defRPr kern="1200">
                      <a:solidFill>
                        <a:schemeClr val="lt1"/>
                      </a:solidFill>
                      <a:latin typeface="+mn-lt"/>
                      <a:ea typeface="+mn-ea"/>
                      <a:cs typeface="+mn-cs"/>
                    </a:defRPr>
                  </a:lvl1pPr>
                  <a:lvl2pPr marL="455613" indent="1588" algn="l" defTabSz="912813" rtl="0" fontAlgn="base">
                    <a:spcBef>
                      <a:spcPct val="0"/>
                    </a:spcBef>
                    <a:spcAft>
                      <a:spcPct val="0"/>
                    </a:spcAft>
                    <a:defRPr kern="1200">
                      <a:solidFill>
                        <a:schemeClr val="lt1"/>
                      </a:solidFill>
                      <a:latin typeface="+mn-lt"/>
                      <a:ea typeface="+mn-ea"/>
                      <a:cs typeface="+mn-cs"/>
                    </a:defRPr>
                  </a:lvl2pPr>
                  <a:lvl3pPr marL="912813" indent="1588" algn="l" defTabSz="912813" rtl="0" fontAlgn="base">
                    <a:spcBef>
                      <a:spcPct val="0"/>
                    </a:spcBef>
                    <a:spcAft>
                      <a:spcPct val="0"/>
                    </a:spcAft>
                    <a:defRPr kern="1200">
                      <a:solidFill>
                        <a:schemeClr val="lt1"/>
                      </a:solidFill>
                      <a:latin typeface="+mn-lt"/>
                      <a:ea typeface="+mn-ea"/>
                      <a:cs typeface="+mn-cs"/>
                    </a:defRPr>
                  </a:lvl3pPr>
                  <a:lvl4pPr marL="1370013" indent="1588" algn="l" defTabSz="912813" rtl="0" fontAlgn="base">
                    <a:spcBef>
                      <a:spcPct val="0"/>
                    </a:spcBef>
                    <a:spcAft>
                      <a:spcPct val="0"/>
                    </a:spcAft>
                    <a:defRPr kern="1200">
                      <a:solidFill>
                        <a:schemeClr val="lt1"/>
                      </a:solidFill>
                      <a:latin typeface="+mn-lt"/>
                      <a:ea typeface="+mn-ea"/>
                      <a:cs typeface="+mn-cs"/>
                    </a:defRPr>
                  </a:lvl4pPr>
                  <a:lvl5pPr marL="1827213" indent="1588" algn="l" defTabSz="912813" rtl="0" fontAlgn="base">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endParaRPr lang="en-US" sz="969">
                    <a:solidFill>
                      <a:schemeClr val="tx2"/>
                    </a:solidFill>
                  </a:endParaRPr>
                </a:p>
              </p:txBody>
            </p:sp>
          </p:grpSp>
        </p:grpSp>
        <p:sp>
          <p:nvSpPr>
            <p:cNvPr id="154" name="TextBox 153">
              <a:extLst>
                <a:ext uri="{FF2B5EF4-FFF2-40B4-BE49-F238E27FC236}">
                  <a16:creationId xmlns:a16="http://schemas.microsoft.com/office/drawing/2014/main" id="{DD32E2DD-35F6-CA43-AE96-88D1AA45E1FB}"/>
                </a:ext>
              </a:extLst>
            </p:cNvPr>
            <p:cNvSpPr txBox="1"/>
            <p:nvPr/>
          </p:nvSpPr>
          <p:spPr>
            <a:xfrm>
              <a:off x="26562414" y="12891534"/>
              <a:ext cx="764130"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21 M</a:t>
              </a:r>
            </a:p>
          </p:txBody>
        </p:sp>
        <p:sp>
          <p:nvSpPr>
            <p:cNvPr id="155" name="TextBox 154">
              <a:extLst>
                <a:ext uri="{FF2B5EF4-FFF2-40B4-BE49-F238E27FC236}">
                  <a16:creationId xmlns:a16="http://schemas.microsoft.com/office/drawing/2014/main" id="{22BED2EB-E773-8B48-B1AF-E4AED2DE3BF6}"/>
                </a:ext>
              </a:extLst>
            </p:cNvPr>
            <p:cNvSpPr txBox="1"/>
            <p:nvPr/>
          </p:nvSpPr>
          <p:spPr>
            <a:xfrm>
              <a:off x="25546586" y="14078171"/>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7.9 M</a:t>
              </a:r>
            </a:p>
          </p:txBody>
        </p:sp>
        <p:sp>
          <p:nvSpPr>
            <p:cNvPr id="156" name="TextBox 155">
              <a:extLst>
                <a:ext uri="{FF2B5EF4-FFF2-40B4-BE49-F238E27FC236}">
                  <a16:creationId xmlns:a16="http://schemas.microsoft.com/office/drawing/2014/main" id="{CEBC6035-011A-244B-91B5-4740202F78FD}"/>
                </a:ext>
              </a:extLst>
            </p:cNvPr>
            <p:cNvSpPr txBox="1"/>
            <p:nvPr/>
          </p:nvSpPr>
          <p:spPr>
            <a:xfrm>
              <a:off x="27485087" y="12326738"/>
              <a:ext cx="94733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11.5 M</a:t>
              </a:r>
            </a:p>
          </p:txBody>
        </p:sp>
        <p:sp>
          <p:nvSpPr>
            <p:cNvPr id="157" name="TextBox 156">
              <a:extLst>
                <a:ext uri="{FF2B5EF4-FFF2-40B4-BE49-F238E27FC236}">
                  <a16:creationId xmlns:a16="http://schemas.microsoft.com/office/drawing/2014/main" id="{7E8FFE40-86A6-8F44-A420-7DF89723FB39}"/>
                </a:ext>
              </a:extLst>
            </p:cNvPr>
            <p:cNvSpPr txBox="1"/>
            <p:nvPr/>
          </p:nvSpPr>
          <p:spPr>
            <a:xfrm>
              <a:off x="28610323" y="12217989"/>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2.1 M</a:t>
              </a:r>
            </a:p>
          </p:txBody>
        </p:sp>
        <p:sp>
          <p:nvSpPr>
            <p:cNvPr id="158" name="TextBox 157">
              <a:extLst>
                <a:ext uri="{FF2B5EF4-FFF2-40B4-BE49-F238E27FC236}">
                  <a16:creationId xmlns:a16="http://schemas.microsoft.com/office/drawing/2014/main" id="{79F7F96C-AF2C-FF45-91B5-96E486B442FD}"/>
                </a:ext>
              </a:extLst>
            </p:cNvPr>
            <p:cNvSpPr txBox="1"/>
            <p:nvPr/>
          </p:nvSpPr>
          <p:spPr>
            <a:xfrm>
              <a:off x="29638513" y="12082046"/>
              <a:ext cx="828816" cy="460479"/>
            </a:xfrm>
            <a:prstGeom prst="rect">
              <a:avLst/>
            </a:prstGeom>
            <a:noFill/>
          </p:spPr>
          <p:txBody>
            <a:bodyPr wrap="none" rtlCol="0">
              <a:spAutoFit/>
            </a:bodyPr>
            <a:lstStyle/>
            <a:p>
              <a:r>
                <a:rPr lang="en-US" sz="1386" b="1" dirty="0">
                  <a:latin typeface="Arial" panose="020B0604020202020204" pitchFamily="34" charset="0"/>
                  <a:cs typeface="Arial" panose="020B0604020202020204" pitchFamily="34" charset="0"/>
                </a:rPr>
                <a:t>2.3 M</a:t>
              </a:r>
            </a:p>
          </p:txBody>
        </p:sp>
      </p:grpSp>
      <p:sp>
        <p:nvSpPr>
          <p:cNvPr id="151" name="Rectangle 150">
            <a:extLst>
              <a:ext uri="{FF2B5EF4-FFF2-40B4-BE49-F238E27FC236}">
                <a16:creationId xmlns:a16="http://schemas.microsoft.com/office/drawing/2014/main" id="{B579C644-0E14-2545-9CD8-43DC3D0F486F}"/>
              </a:ext>
            </a:extLst>
          </p:cNvPr>
          <p:cNvSpPr/>
          <p:nvPr/>
        </p:nvSpPr>
        <p:spPr>
          <a:xfrm>
            <a:off x="25110297" y="10660983"/>
            <a:ext cx="4947094" cy="282968"/>
          </a:xfrm>
          <a:prstGeom prst="rect">
            <a:avLst/>
          </a:prstGeom>
        </p:spPr>
        <p:txBody>
          <a:bodyPr wrap="square">
            <a:spAutoFit/>
          </a:bodyPr>
          <a:lstStyle/>
          <a:p>
            <a:pPr algn="ctr"/>
            <a:r>
              <a:rPr lang="en-US" sz="1248" dirty="0">
                <a:latin typeface="Arial" panose="020B0604020202020204" pitchFamily="34" charset="0"/>
                <a:ea typeface="Arial" charset="0"/>
                <a:cs typeface="Arial" panose="020B0604020202020204" pitchFamily="34" charset="0"/>
              </a:rPr>
              <a:t>Fig 5. </a:t>
            </a:r>
            <a:r>
              <a:rPr lang="en-US" sz="1248" dirty="0">
                <a:latin typeface="Arial" panose="020B0604020202020204" pitchFamily="34" charset="0"/>
                <a:cs typeface="Arial" panose="020B0604020202020204" pitchFamily="34" charset="0"/>
              </a:rPr>
              <a:t>Total Net Savings ($) based on predicted OOS instances</a:t>
            </a:r>
          </a:p>
        </p:txBody>
      </p:sp>
      <p:sp>
        <p:nvSpPr>
          <p:cNvPr id="152" name="TextBox 151">
            <a:extLst>
              <a:ext uri="{FF2B5EF4-FFF2-40B4-BE49-F238E27FC236}">
                <a16:creationId xmlns:a16="http://schemas.microsoft.com/office/drawing/2014/main" id="{F81C812E-88C8-974A-99A2-5DCC34E9FC88}"/>
              </a:ext>
            </a:extLst>
          </p:cNvPr>
          <p:cNvSpPr txBox="1"/>
          <p:nvPr/>
        </p:nvSpPr>
        <p:spPr>
          <a:xfrm>
            <a:off x="29538785" y="6694588"/>
            <a:ext cx="1110571" cy="304201"/>
          </a:xfrm>
          <a:prstGeom prst="rect">
            <a:avLst/>
          </a:prstGeom>
          <a:noFill/>
        </p:spPr>
        <p:txBody>
          <a:bodyPr wrap="square" rtlCol="0">
            <a:spAutoFit/>
          </a:bodyPr>
          <a:lstStyle/>
          <a:p>
            <a:r>
              <a:rPr lang="en-US" sz="1386" b="1" dirty="0">
                <a:latin typeface="Arial" panose="020B0604020202020204" pitchFamily="34" charset="0"/>
                <a:cs typeface="Arial" panose="020B0604020202020204" pitchFamily="34" charset="0"/>
              </a:rPr>
              <a:t>50.6 M</a:t>
            </a:r>
          </a:p>
        </p:txBody>
      </p:sp>
      <p:sp>
        <p:nvSpPr>
          <p:cNvPr id="179" name="Rectangle 178">
            <a:extLst>
              <a:ext uri="{FF2B5EF4-FFF2-40B4-BE49-F238E27FC236}">
                <a16:creationId xmlns:a16="http://schemas.microsoft.com/office/drawing/2014/main" id="{04B4404B-B33B-034D-AEF1-CB67527468BD}"/>
              </a:ext>
            </a:extLst>
          </p:cNvPr>
          <p:cNvSpPr/>
          <p:nvPr/>
        </p:nvSpPr>
        <p:spPr>
          <a:xfrm>
            <a:off x="25547183" y="12053820"/>
            <a:ext cx="4502635"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CONCLUSIONS &amp; FUTURE WORK</a:t>
            </a:r>
          </a:p>
        </p:txBody>
      </p:sp>
      <p:sp>
        <p:nvSpPr>
          <p:cNvPr id="180" name="TextBox 179">
            <a:extLst>
              <a:ext uri="{FF2B5EF4-FFF2-40B4-BE49-F238E27FC236}">
                <a16:creationId xmlns:a16="http://schemas.microsoft.com/office/drawing/2014/main" id="{55E67928-1CD5-5B46-A024-8DB7783D249E}"/>
              </a:ext>
            </a:extLst>
          </p:cNvPr>
          <p:cNvSpPr txBox="1"/>
          <p:nvPr/>
        </p:nvSpPr>
        <p:spPr>
          <a:xfrm>
            <a:off x="24453953" y="12941360"/>
            <a:ext cx="6279886" cy="2545569"/>
          </a:xfrm>
          <a:prstGeom prst="rect">
            <a:avLst/>
          </a:prstGeom>
          <a:noFill/>
        </p:spPr>
        <p:txBody>
          <a:bodyPr wrap="square">
            <a:spAutoFit/>
          </a:bodyPr>
          <a:lstStyle/>
          <a:p>
            <a:pPr algn="just"/>
            <a:r>
              <a:rPr lang="en-US" sz="1594" dirty="0">
                <a:latin typeface="Arial" panose="020B0604020202020204" pitchFamily="34" charset="0"/>
                <a:cs typeface="Arial" panose="020B0604020202020204" pitchFamily="34" charset="0"/>
              </a:rPr>
              <a:t>Reiterate why the problem is important in a sentence or two.</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Provide bulleted answers to your research question(s).</a:t>
            </a:r>
          </a:p>
          <a:p>
            <a:pPr marL="181017" indent="-181017" algn="just">
              <a:buFont typeface="Wingdings" panose="05000000000000000000" pitchFamily="2" charset="2"/>
              <a:buChar char="Ø"/>
            </a:pPr>
            <a:r>
              <a:rPr lang="en-US" sz="1594" dirty="0">
                <a:latin typeface="Arial" panose="020B0604020202020204" pitchFamily="34" charset="0"/>
                <a:cs typeface="Arial" panose="020B0604020202020204" pitchFamily="34" charset="0"/>
              </a:rPr>
              <a:t>The Random Forest was able to predict intermittent demand with a 15% MAPE, which was 5% better than the currently used model.</a:t>
            </a:r>
          </a:p>
          <a:p>
            <a:pPr marL="181017" indent="-181017" algn="just">
              <a:buFont typeface="Wingdings" panose="05000000000000000000" pitchFamily="2" charset="2"/>
              <a:buChar char="Ø"/>
            </a:pPr>
            <a:r>
              <a:rPr lang="en-US" sz="1594" dirty="0">
                <a:latin typeface="Arial" panose="020B0604020202020204" pitchFamily="34" charset="0"/>
                <a:cs typeface="Arial" panose="020B0604020202020204" pitchFamily="34" charset="0"/>
              </a:rPr>
              <a:t>All our ML models performed on average 4% better than </a:t>
            </a:r>
            <a:r>
              <a:rPr lang="en-US" sz="1594" dirty="0" err="1">
                <a:latin typeface="Arial" panose="020B0604020202020204" pitchFamily="34" charset="0"/>
                <a:cs typeface="Arial" panose="020B0604020202020204" pitchFamily="34" charset="0"/>
              </a:rPr>
              <a:t>Croston’s</a:t>
            </a:r>
            <a:r>
              <a:rPr lang="en-US" sz="1594" dirty="0">
                <a:latin typeface="Arial" panose="020B0604020202020204" pitchFamily="34" charset="0"/>
                <a:cs typeface="Arial" panose="020B0604020202020204" pitchFamily="34" charset="0"/>
              </a:rPr>
              <a:t> method.</a:t>
            </a:r>
          </a:p>
          <a:p>
            <a:pPr algn="just"/>
            <a:r>
              <a:rPr lang="en-US" sz="1594" dirty="0">
                <a:latin typeface="Arial" panose="020B0604020202020204" pitchFamily="34" charset="0"/>
                <a:cs typeface="Arial" panose="020B0604020202020204" pitchFamily="34" charset="0"/>
              </a:rPr>
              <a:t>Were there any limitations in your study or future analyses you think might improve your results?</a:t>
            </a:r>
          </a:p>
        </p:txBody>
      </p:sp>
      <p:pic>
        <p:nvPicPr>
          <p:cNvPr id="182" name="Picture 181">
            <a:extLst>
              <a:ext uri="{FF2B5EF4-FFF2-40B4-BE49-F238E27FC236}">
                <a16:creationId xmlns:a16="http://schemas.microsoft.com/office/drawing/2014/main" id="{2612C424-C34F-3444-99AC-8A71C7038F1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633835" y="149088"/>
            <a:ext cx="8632874" cy="3077580"/>
          </a:xfrm>
          <a:prstGeom prst="rect">
            <a:avLst/>
          </a:prstGeom>
        </p:spPr>
      </p:pic>
      <p:sp>
        <p:nvSpPr>
          <p:cNvPr id="188" name="Rectangle 187">
            <a:extLst>
              <a:ext uri="{FF2B5EF4-FFF2-40B4-BE49-F238E27FC236}">
                <a16:creationId xmlns:a16="http://schemas.microsoft.com/office/drawing/2014/main" id="{B94C18C3-6F3E-9943-AC69-A8E4CD9DF906}"/>
              </a:ext>
            </a:extLst>
          </p:cNvPr>
          <p:cNvSpPr/>
          <p:nvPr/>
        </p:nvSpPr>
        <p:spPr bwMode="auto">
          <a:xfrm>
            <a:off x="15260784" y="3212481"/>
            <a:ext cx="9010871" cy="38568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89" name="Rectangle 188">
            <a:extLst>
              <a:ext uri="{FF2B5EF4-FFF2-40B4-BE49-F238E27FC236}">
                <a16:creationId xmlns:a16="http://schemas.microsoft.com/office/drawing/2014/main" id="{803F9F70-0ACA-9946-B4B7-3338CD523149}"/>
              </a:ext>
            </a:extLst>
          </p:cNvPr>
          <p:cNvSpPr/>
          <p:nvPr/>
        </p:nvSpPr>
        <p:spPr>
          <a:xfrm>
            <a:off x="17785376" y="3212479"/>
            <a:ext cx="4753485"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METHODOLOGY</a:t>
            </a:r>
          </a:p>
        </p:txBody>
      </p:sp>
      <p:cxnSp>
        <p:nvCxnSpPr>
          <p:cNvPr id="192" name="Straight Connector 191">
            <a:extLst>
              <a:ext uri="{FF2B5EF4-FFF2-40B4-BE49-F238E27FC236}">
                <a16:creationId xmlns:a16="http://schemas.microsoft.com/office/drawing/2014/main" id="{A7DE79F1-1B07-EB40-8861-D3685ADE4DF5}"/>
              </a:ext>
            </a:extLst>
          </p:cNvPr>
          <p:cNvCxnSpPr>
            <a:stCxn id="188" idx="1"/>
          </p:cNvCxnSpPr>
          <p:nvPr/>
        </p:nvCxnSpPr>
        <p:spPr bwMode="auto">
          <a:xfrm flipH="1">
            <a:off x="15206226" y="3405324"/>
            <a:ext cx="54557" cy="17019589"/>
          </a:xfrm>
          <a:prstGeom prst="line">
            <a:avLst/>
          </a:prstGeom>
          <a:solidFill>
            <a:schemeClr val="accent1"/>
          </a:solidFill>
          <a:ln w="9525" cap="flat" cmpd="sng" algn="ctr">
            <a:solidFill>
              <a:srgbClr val="B1810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Rectangle 192">
            <a:extLst>
              <a:ext uri="{FF2B5EF4-FFF2-40B4-BE49-F238E27FC236}">
                <a16:creationId xmlns:a16="http://schemas.microsoft.com/office/drawing/2014/main" id="{76FEB872-372C-4148-AEFD-8FC60E42DEA4}"/>
              </a:ext>
            </a:extLst>
          </p:cNvPr>
          <p:cNvSpPr/>
          <p:nvPr/>
        </p:nvSpPr>
        <p:spPr bwMode="auto">
          <a:xfrm>
            <a:off x="15246907" y="12499163"/>
            <a:ext cx="9005337" cy="36255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94" name="Rectangle 193">
            <a:extLst>
              <a:ext uri="{FF2B5EF4-FFF2-40B4-BE49-F238E27FC236}">
                <a16:creationId xmlns:a16="http://schemas.microsoft.com/office/drawing/2014/main" id="{E663D7BB-BDAB-8940-808A-7E7C8E4039DC}"/>
              </a:ext>
            </a:extLst>
          </p:cNvPr>
          <p:cNvSpPr/>
          <p:nvPr/>
        </p:nvSpPr>
        <p:spPr>
          <a:xfrm>
            <a:off x="15194356" y="12484273"/>
            <a:ext cx="9077300"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MODELS PERFORMANCE AND EVALUATION</a:t>
            </a:r>
          </a:p>
        </p:txBody>
      </p:sp>
      <p:sp>
        <p:nvSpPr>
          <p:cNvPr id="4" name="TextBox 3">
            <a:extLst>
              <a:ext uri="{FF2B5EF4-FFF2-40B4-BE49-F238E27FC236}">
                <a16:creationId xmlns:a16="http://schemas.microsoft.com/office/drawing/2014/main" id="{287E6A82-95D2-AF7B-B1AF-282D1EA4C32D}"/>
              </a:ext>
            </a:extLst>
          </p:cNvPr>
          <p:cNvSpPr txBox="1"/>
          <p:nvPr/>
        </p:nvSpPr>
        <p:spPr>
          <a:xfrm>
            <a:off x="266452" y="4019695"/>
            <a:ext cx="6058308" cy="1317277"/>
          </a:xfrm>
          <a:prstGeom prst="rect">
            <a:avLst/>
          </a:prstGeom>
          <a:noFill/>
        </p:spPr>
        <p:txBody>
          <a:bodyPr wrap="square">
            <a:spAutoFit/>
          </a:bodyPr>
          <a:lstStyle/>
          <a:p>
            <a:pPr algn="just">
              <a:spcBef>
                <a:spcPct val="50000"/>
              </a:spcBef>
            </a:pPr>
            <a:r>
              <a:rPr lang="en-US" sz="1594" dirty="0">
                <a:latin typeface="Arial" panose="020B0604020202020204" pitchFamily="34" charset="0"/>
                <a:cs typeface="Arial" panose="020B0604020202020204" pitchFamily="34" charset="0"/>
              </a:rPr>
              <a:t>What did you do? Why did you do this project (who cares?)? What did you find you find out? No more than 200 words here.</a:t>
            </a:r>
          </a:p>
          <a:p>
            <a:pPr algn="just">
              <a:spcBef>
                <a:spcPct val="50000"/>
              </a:spcBef>
            </a:pPr>
            <a:endParaRPr lang="en-US" sz="1594" dirty="0">
              <a:latin typeface="Arial" panose="020B0604020202020204" pitchFamily="34" charset="0"/>
              <a:ea typeface="Arial" charset="0"/>
              <a:cs typeface="Arial" panose="020B0604020202020204" pitchFamily="34" charset="0"/>
            </a:endParaRPr>
          </a:p>
          <a:p>
            <a:pPr algn="just">
              <a:spcBef>
                <a:spcPct val="50000"/>
              </a:spcBef>
            </a:pPr>
            <a:r>
              <a:rPr lang="en-US" sz="1594" dirty="0">
                <a:latin typeface="Arial" panose="020B0604020202020204" pitchFamily="34" charset="0"/>
                <a:ea typeface="Arial" charset="0"/>
                <a:cs typeface="Arial" panose="020B0604020202020204" pitchFamily="34" charset="0"/>
              </a:rPr>
              <a:t>This paragraph is just a short summary of your project.</a:t>
            </a:r>
          </a:p>
        </p:txBody>
      </p:sp>
      <p:sp>
        <p:nvSpPr>
          <p:cNvPr id="5" name="TextBox 4">
            <a:extLst>
              <a:ext uri="{FF2B5EF4-FFF2-40B4-BE49-F238E27FC236}">
                <a16:creationId xmlns:a16="http://schemas.microsoft.com/office/drawing/2014/main" id="{547D7D29-C5E8-F426-BD13-D8CD71782749}"/>
              </a:ext>
            </a:extLst>
          </p:cNvPr>
          <p:cNvSpPr txBox="1"/>
          <p:nvPr/>
        </p:nvSpPr>
        <p:spPr>
          <a:xfrm>
            <a:off x="6810570" y="6245104"/>
            <a:ext cx="594829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Problem framed into an analytics problem </a:t>
            </a:r>
          </a:p>
          <a:p>
            <a:pPr algn="just" defTabSz="614888"/>
            <a:r>
              <a:rPr lang="en-US" sz="1594" dirty="0">
                <a:latin typeface="Arial" panose="020B0604020202020204" pitchFamily="34" charset="0"/>
                <a:cs typeface="Arial" panose="020B0604020202020204" pitchFamily="34" charset="0"/>
              </a:rPr>
              <a:t>• Assumptions are clear </a:t>
            </a:r>
          </a:p>
          <a:p>
            <a:pPr algn="just" defTabSz="614888"/>
            <a:r>
              <a:rPr lang="en-US" sz="1594" dirty="0">
                <a:latin typeface="Arial" panose="020B0604020202020204" pitchFamily="34" charset="0"/>
                <a:cs typeface="Arial" panose="020B0604020202020204" pitchFamily="34" charset="0"/>
              </a:rPr>
              <a:t>• Appropriate success metrics defined </a:t>
            </a:r>
          </a:p>
          <a:p>
            <a:pPr algn="just" defTabSz="614888"/>
            <a:r>
              <a:rPr lang="en-US" sz="1594" dirty="0">
                <a:latin typeface="Arial" panose="020B0604020202020204" pitchFamily="34" charset="0"/>
                <a:cs typeface="Arial" panose="020B0604020202020204" pitchFamily="34" charset="0"/>
              </a:rPr>
              <a:t>• Clear justification or approval of approach </a:t>
            </a:r>
            <a:endParaRPr lang="en-US" sz="1594" spc="8"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B17D3D3-06A4-BD02-458C-4D1B2906312A}"/>
              </a:ext>
            </a:extLst>
          </p:cNvPr>
          <p:cNvSpPr/>
          <p:nvPr/>
        </p:nvSpPr>
        <p:spPr bwMode="auto">
          <a:xfrm>
            <a:off x="6586171" y="5594280"/>
            <a:ext cx="8639914" cy="36255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9" name="Rectangle 8">
            <a:extLst>
              <a:ext uri="{FF2B5EF4-FFF2-40B4-BE49-F238E27FC236}">
                <a16:creationId xmlns:a16="http://schemas.microsoft.com/office/drawing/2014/main" id="{6757EBE7-E601-3417-E140-0A27007093A2}"/>
              </a:ext>
            </a:extLst>
          </p:cNvPr>
          <p:cNvSpPr/>
          <p:nvPr/>
        </p:nvSpPr>
        <p:spPr>
          <a:xfrm>
            <a:off x="8459317" y="5629243"/>
            <a:ext cx="4895968"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ANALYTICS PROBLEM FRAMING</a:t>
            </a:r>
          </a:p>
        </p:txBody>
      </p:sp>
      <p:sp>
        <p:nvSpPr>
          <p:cNvPr id="20" name="Rectangle 19">
            <a:extLst>
              <a:ext uri="{FF2B5EF4-FFF2-40B4-BE49-F238E27FC236}">
                <a16:creationId xmlns:a16="http://schemas.microsoft.com/office/drawing/2014/main" id="{7DD4F683-C885-8126-A79D-4880889E29B7}"/>
              </a:ext>
            </a:extLst>
          </p:cNvPr>
          <p:cNvSpPr/>
          <p:nvPr/>
        </p:nvSpPr>
        <p:spPr bwMode="auto">
          <a:xfrm>
            <a:off x="6616696" y="3227021"/>
            <a:ext cx="8639914" cy="38568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21" name="Rectangle 20">
            <a:extLst>
              <a:ext uri="{FF2B5EF4-FFF2-40B4-BE49-F238E27FC236}">
                <a16:creationId xmlns:a16="http://schemas.microsoft.com/office/drawing/2014/main" id="{60F4F224-1A14-6FD1-7CB8-CD29DE5333E9}"/>
              </a:ext>
            </a:extLst>
          </p:cNvPr>
          <p:cNvSpPr/>
          <p:nvPr/>
        </p:nvSpPr>
        <p:spPr>
          <a:xfrm>
            <a:off x="9145251" y="3236139"/>
            <a:ext cx="3321787"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RESEARCH QUESTION</a:t>
            </a:r>
          </a:p>
        </p:txBody>
      </p:sp>
      <p:sp>
        <p:nvSpPr>
          <p:cNvPr id="22" name="TextBox 21">
            <a:extLst>
              <a:ext uri="{FF2B5EF4-FFF2-40B4-BE49-F238E27FC236}">
                <a16:creationId xmlns:a16="http://schemas.microsoft.com/office/drawing/2014/main" id="{3AD3F3FF-2EA0-4371-1362-765D6099B898}"/>
              </a:ext>
            </a:extLst>
          </p:cNvPr>
          <p:cNvSpPr txBox="1"/>
          <p:nvPr/>
        </p:nvSpPr>
        <p:spPr>
          <a:xfrm>
            <a:off x="15422313" y="4447556"/>
            <a:ext cx="8186275" cy="826726"/>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Methods used are appropriate and clear </a:t>
            </a:r>
          </a:p>
          <a:p>
            <a:pPr algn="just" defTabSz="614888"/>
            <a:r>
              <a:rPr lang="en-US" sz="1594" dirty="0">
                <a:latin typeface="Arial" panose="020B0604020202020204" pitchFamily="34" charset="0"/>
                <a:cs typeface="Arial" panose="020B0604020202020204" pitchFamily="34" charset="0"/>
              </a:rPr>
              <a:t>• Software and technologies used are clear </a:t>
            </a:r>
          </a:p>
          <a:p>
            <a:pPr algn="just" defTabSz="614888"/>
            <a:r>
              <a:rPr lang="en-US" sz="1594" dirty="0">
                <a:latin typeface="Arial" panose="020B0604020202020204" pitchFamily="34" charset="0"/>
                <a:cs typeface="Arial" panose="020B0604020202020204" pitchFamily="34" charset="0"/>
              </a:rPr>
              <a:t>• Experiments performed support problem and answer questions</a:t>
            </a:r>
          </a:p>
        </p:txBody>
      </p:sp>
      <p:sp>
        <p:nvSpPr>
          <p:cNvPr id="23" name="TextBox 22">
            <a:extLst>
              <a:ext uri="{FF2B5EF4-FFF2-40B4-BE49-F238E27FC236}">
                <a16:creationId xmlns:a16="http://schemas.microsoft.com/office/drawing/2014/main" id="{B100C5FC-6F8C-3177-D632-36246E40991D}"/>
              </a:ext>
            </a:extLst>
          </p:cNvPr>
          <p:cNvSpPr txBox="1"/>
          <p:nvPr/>
        </p:nvSpPr>
        <p:spPr>
          <a:xfrm>
            <a:off x="6775560" y="14884852"/>
            <a:ext cx="814103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Data sources identified and prioritized </a:t>
            </a:r>
          </a:p>
          <a:p>
            <a:pPr algn="just" defTabSz="614888"/>
            <a:r>
              <a:rPr lang="en-US" sz="1594" dirty="0">
                <a:latin typeface="Arial" panose="020B0604020202020204" pitchFamily="34" charset="0"/>
                <a:cs typeface="Arial" panose="020B0604020202020204" pitchFamily="34" charset="0"/>
              </a:rPr>
              <a:t>• Data preprocessing clear </a:t>
            </a:r>
          </a:p>
          <a:p>
            <a:pPr algn="just" defTabSz="614888"/>
            <a:r>
              <a:rPr lang="en-US" sz="1594" dirty="0">
                <a:latin typeface="Arial" panose="020B0604020202020204" pitchFamily="34" charset="0"/>
                <a:cs typeface="Arial" panose="020B0604020202020204" pitchFamily="34" charset="0"/>
              </a:rPr>
              <a:t>• Important or notable data relationships clear </a:t>
            </a:r>
          </a:p>
          <a:p>
            <a:pPr algn="just" defTabSz="614888"/>
            <a:r>
              <a:rPr lang="en-US" sz="1594" dirty="0">
                <a:latin typeface="Arial" panose="020B0604020202020204" pitchFamily="34" charset="0"/>
                <a:cs typeface="Arial" panose="020B0604020202020204" pitchFamily="34" charset="0"/>
              </a:rPr>
              <a:t>• Reflection of business &amp; analytics problem framing</a:t>
            </a:r>
          </a:p>
        </p:txBody>
      </p:sp>
      <p:sp>
        <p:nvSpPr>
          <p:cNvPr id="24" name="TextBox 23">
            <a:extLst>
              <a:ext uri="{FF2B5EF4-FFF2-40B4-BE49-F238E27FC236}">
                <a16:creationId xmlns:a16="http://schemas.microsoft.com/office/drawing/2014/main" id="{652AABF9-523B-CE6A-2BCA-241F48220148}"/>
              </a:ext>
            </a:extLst>
          </p:cNvPr>
          <p:cNvSpPr txBox="1"/>
          <p:nvPr/>
        </p:nvSpPr>
        <p:spPr>
          <a:xfrm>
            <a:off x="24437569" y="4207219"/>
            <a:ext cx="6346531"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Business validation of model/solution demonstrated </a:t>
            </a:r>
          </a:p>
          <a:p>
            <a:pPr algn="just" defTabSz="614888"/>
            <a:r>
              <a:rPr lang="en-US" sz="1594" dirty="0">
                <a:latin typeface="Arial" panose="020B0604020202020204" pitchFamily="34" charset="0"/>
                <a:cs typeface="Arial" panose="020B0604020202020204" pitchFamily="34" charset="0"/>
              </a:rPr>
              <a:t>• Impact (actual or estimated) of using model/solution </a:t>
            </a:r>
          </a:p>
          <a:p>
            <a:pPr algn="just" defTabSz="614888"/>
            <a:r>
              <a:rPr lang="en-US" sz="1594" dirty="0">
                <a:latin typeface="Arial" panose="020B0604020202020204" pitchFamily="34" charset="0"/>
                <a:cs typeface="Arial" panose="020B0604020202020204" pitchFamily="34" charset="0"/>
              </a:rPr>
              <a:t>• Audience/stakeholder feedback or testimony of business impact </a:t>
            </a:r>
          </a:p>
          <a:p>
            <a:pPr algn="just" defTabSz="614888"/>
            <a:r>
              <a:rPr lang="en-US" sz="1594" dirty="0">
                <a:latin typeface="Arial" panose="020B0604020202020204" pitchFamily="34" charset="0"/>
                <a:cs typeface="Arial" panose="020B0604020202020204" pitchFamily="34" charset="0"/>
              </a:rPr>
              <a:t>• Future scope aligns with conclusions</a:t>
            </a:r>
          </a:p>
        </p:txBody>
      </p:sp>
      <p:sp>
        <p:nvSpPr>
          <p:cNvPr id="27" name="TextBox 26">
            <a:extLst>
              <a:ext uri="{FF2B5EF4-FFF2-40B4-BE49-F238E27FC236}">
                <a16:creationId xmlns:a16="http://schemas.microsoft.com/office/drawing/2014/main" id="{1C52D862-6064-8029-326E-F2B1A7409140}"/>
              </a:ext>
            </a:extLst>
          </p:cNvPr>
          <p:cNvSpPr txBox="1"/>
          <p:nvPr/>
        </p:nvSpPr>
        <p:spPr>
          <a:xfrm>
            <a:off x="15492895" y="12999999"/>
            <a:ext cx="8594916" cy="1071969"/>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Model results clear and appropriately evaluated </a:t>
            </a:r>
          </a:p>
          <a:p>
            <a:pPr algn="just" defTabSz="614888"/>
            <a:r>
              <a:rPr lang="en-US" sz="1594" dirty="0">
                <a:latin typeface="Arial" panose="020B0604020202020204" pitchFamily="34" charset="0"/>
                <a:cs typeface="Arial" panose="020B0604020202020204" pitchFamily="34" charset="0"/>
              </a:rPr>
              <a:t>• Demonstrated how models will/are to be used </a:t>
            </a:r>
          </a:p>
          <a:p>
            <a:pPr algn="just" defTabSz="614888"/>
            <a:r>
              <a:rPr lang="en-US" sz="1594" dirty="0">
                <a:latin typeface="Arial" panose="020B0604020202020204" pitchFamily="34" charset="0"/>
                <a:cs typeface="Arial" panose="020B0604020202020204" pitchFamily="34" charset="0"/>
              </a:rPr>
              <a:t>• Final model/solution structures or interpretations discussed as necessary </a:t>
            </a:r>
          </a:p>
          <a:p>
            <a:pPr algn="just" defTabSz="614888"/>
            <a:r>
              <a:rPr lang="en-US" sz="1594" dirty="0">
                <a:latin typeface="Arial" panose="020B0604020202020204" pitchFamily="34" charset="0"/>
                <a:cs typeface="Arial" panose="020B0604020202020204" pitchFamily="34" charset="0"/>
              </a:rPr>
              <a:t>• Areas for improvement identified</a:t>
            </a:r>
          </a:p>
        </p:txBody>
      </p:sp>
      <p:pic>
        <p:nvPicPr>
          <p:cNvPr id="26637" name="Picture 13">
            <a:extLst>
              <a:ext uri="{FF2B5EF4-FFF2-40B4-BE49-F238E27FC236}">
                <a16:creationId xmlns:a16="http://schemas.microsoft.com/office/drawing/2014/main" id="{F7D79848-9D69-46B2-6B4B-AF7B5AED5A2D}"/>
              </a:ext>
            </a:extLst>
          </p:cNvPr>
          <p:cNvPicPr>
            <a:picLocks noChangeAspect="1" noChangeArrowheads="1"/>
          </p:cNvPicPr>
          <p:nvPr/>
        </p:nvPicPr>
        <p:blipFill>
          <a:blip r:embed="rId6"/>
          <a:srcRect/>
          <a:stretch/>
        </p:blipFill>
        <p:spPr bwMode="auto">
          <a:xfrm>
            <a:off x="758092" y="1375047"/>
            <a:ext cx="1187502" cy="1187502"/>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86D3795F-2870-B776-F414-C185477725C2}"/>
              </a:ext>
            </a:extLst>
          </p:cNvPr>
          <p:cNvSpPr txBox="1"/>
          <p:nvPr/>
        </p:nvSpPr>
        <p:spPr>
          <a:xfrm>
            <a:off x="592320" y="17045227"/>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7" name="TextBox 66">
            <a:extLst>
              <a:ext uri="{FF2B5EF4-FFF2-40B4-BE49-F238E27FC236}">
                <a16:creationId xmlns:a16="http://schemas.microsoft.com/office/drawing/2014/main" id="{179188C9-3347-26EE-8837-9602423F4F5D}"/>
              </a:ext>
            </a:extLst>
          </p:cNvPr>
          <p:cNvSpPr txBox="1"/>
          <p:nvPr/>
        </p:nvSpPr>
        <p:spPr>
          <a:xfrm>
            <a:off x="7949179" y="902526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8" name="TextBox 67">
            <a:extLst>
              <a:ext uri="{FF2B5EF4-FFF2-40B4-BE49-F238E27FC236}">
                <a16:creationId xmlns:a16="http://schemas.microsoft.com/office/drawing/2014/main" id="{E0438034-D27C-6B7C-98EA-F19B5A20ABA4}"/>
              </a:ext>
            </a:extLst>
          </p:cNvPr>
          <p:cNvSpPr txBox="1"/>
          <p:nvPr/>
        </p:nvSpPr>
        <p:spPr>
          <a:xfrm>
            <a:off x="7939924" y="1777123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sp>
        <p:nvSpPr>
          <p:cNvPr id="69" name="TextBox 68">
            <a:extLst>
              <a:ext uri="{FF2B5EF4-FFF2-40B4-BE49-F238E27FC236}">
                <a16:creationId xmlns:a16="http://schemas.microsoft.com/office/drawing/2014/main" id="{741B51C3-3B2A-E966-15E6-E2C84B049696}"/>
              </a:ext>
            </a:extLst>
          </p:cNvPr>
          <p:cNvSpPr txBox="1"/>
          <p:nvPr/>
        </p:nvSpPr>
        <p:spPr>
          <a:xfrm>
            <a:off x="16994843" y="15636924"/>
            <a:ext cx="5732441" cy="304201"/>
          </a:xfrm>
          <a:prstGeom prst="rect">
            <a:avLst/>
          </a:prstGeom>
          <a:noFill/>
        </p:spPr>
        <p:txBody>
          <a:bodyPr wrap="square">
            <a:spAutoFit/>
          </a:bodyPr>
          <a:lstStyle/>
          <a:p>
            <a:pPr algn="just" defTabSz="614888"/>
            <a:r>
              <a:rPr lang="en-US" sz="1386" b="1" spc="8" dirty="0">
                <a:latin typeface="Arial"/>
                <a:cs typeface="Arial"/>
              </a:rPr>
              <a:t>USE FIGURES / PICTURES / DIAGRAMS TO TELL THE STORY</a:t>
            </a:r>
            <a:endParaRPr lang="en-US" sz="1386" spc="8" dirty="0">
              <a:latin typeface="Arial"/>
              <a:cs typeface="Arial"/>
            </a:endParaRPr>
          </a:p>
        </p:txBody>
      </p:sp>
      <p:pic>
        <p:nvPicPr>
          <p:cNvPr id="26647" name="Picture 23" descr="Linkedin - Free social media icons">
            <a:hlinkClick r:id="rId7"/>
            <a:extLst>
              <a:ext uri="{FF2B5EF4-FFF2-40B4-BE49-F238E27FC236}">
                <a16:creationId xmlns:a16="http://schemas.microsoft.com/office/drawing/2014/main" id="{72C521B9-7D3F-3B7D-C36A-25BB2E1B9D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17128" y="2136240"/>
            <a:ext cx="441047" cy="441047"/>
          </a:xfrm>
          <a:prstGeom prst="rect">
            <a:avLst/>
          </a:prstGeom>
          <a:solidFill>
            <a:schemeClr val="bg1"/>
          </a:solidFill>
        </p:spPr>
      </p:pic>
      <p:sp>
        <p:nvSpPr>
          <p:cNvPr id="3" name="Rectangle 2">
            <a:extLst>
              <a:ext uri="{FF2B5EF4-FFF2-40B4-BE49-F238E27FC236}">
                <a16:creationId xmlns:a16="http://schemas.microsoft.com/office/drawing/2014/main" id="{F2D62071-3D08-7FE6-979F-168B56056531}"/>
              </a:ext>
            </a:extLst>
          </p:cNvPr>
          <p:cNvSpPr/>
          <p:nvPr/>
        </p:nvSpPr>
        <p:spPr bwMode="auto">
          <a:xfrm>
            <a:off x="1" y="8311695"/>
            <a:ext cx="6586166" cy="53954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0" name="Rectangle 9">
            <a:extLst>
              <a:ext uri="{FF2B5EF4-FFF2-40B4-BE49-F238E27FC236}">
                <a16:creationId xmlns:a16="http://schemas.microsoft.com/office/drawing/2014/main" id="{BB27E0BE-231C-73D6-8F41-BF1D590E48A8}"/>
              </a:ext>
            </a:extLst>
          </p:cNvPr>
          <p:cNvSpPr/>
          <p:nvPr/>
        </p:nvSpPr>
        <p:spPr>
          <a:xfrm>
            <a:off x="880538" y="8419265"/>
            <a:ext cx="4919813"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BUSINESS PROBLEM</a:t>
            </a:r>
          </a:p>
        </p:txBody>
      </p:sp>
      <p:sp>
        <p:nvSpPr>
          <p:cNvPr id="18" name="TextBox 17">
            <a:extLst>
              <a:ext uri="{FF2B5EF4-FFF2-40B4-BE49-F238E27FC236}">
                <a16:creationId xmlns:a16="http://schemas.microsoft.com/office/drawing/2014/main" id="{0EBF370E-53E6-ED83-CC67-B258FA0A870C}"/>
              </a:ext>
            </a:extLst>
          </p:cNvPr>
          <p:cNvSpPr txBox="1"/>
          <p:nvPr/>
        </p:nvSpPr>
        <p:spPr>
          <a:xfrm>
            <a:off x="339161" y="9196989"/>
            <a:ext cx="6018392" cy="3279163"/>
          </a:xfrm>
          <a:prstGeom prst="rect">
            <a:avLst/>
          </a:prstGeom>
          <a:noFill/>
        </p:spPr>
        <p:txBody>
          <a:bodyPr wrap="square">
            <a:spAutoFit/>
          </a:bodyPr>
          <a:lstStyle/>
          <a:p>
            <a:pPr algn="just"/>
            <a:r>
              <a:rPr lang="en-US" sz="1594" dirty="0">
                <a:latin typeface="Arial" panose="020B0604020202020204" pitchFamily="34" charset="0"/>
                <a:cs typeface="Arial" panose="020B0604020202020204" pitchFamily="34" charset="0"/>
              </a:rPr>
              <a:t>Discuss the </a:t>
            </a:r>
            <a:r>
              <a:rPr lang="en-US" sz="1594" b="1" dirty="0">
                <a:latin typeface="Arial" panose="020B0604020202020204" pitchFamily="34" charset="0"/>
                <a:cs typeface="Arial" panose="020B0604020202020204" pitchFamily="34" charset="0"/>
              </a:rPr>
              <a:t>business problem </a:t>
            </a:r>
            <a:r>
              <a:rPr lang="en-US" sz="1594" dirty="0">
                <a:latin typeface="Arial" panose="020B0604020202020204" pitchFamily="34" charset="0"/>
                <a:cs typeface="Arial" panose="020B0604020202020204" pitchFamily="34" charset="0"/>
              </a:rPr>
              <a:t>as you would in the business understanding phase of CRIPS-DM.</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Motivate why is the problem is important …Cite at least two sources from mainstream media, white papers, or blogs that are no older than 2 years old that provide stats that help you motivate your problem.</a:t>
            </a:r>
          </a:p>
          <a:p>
            <a:pPr algn="just"/>
            <a:endParaRPr lang="en-US" sz="1594" dirty="0">
              <a:latin typeface="Arial" panose="020B0604020202020204" pitchFamily="34" charset="0"/>
              <a:cs typeface="Arial" panose="020B0604020202020204" pitchFamily="34" charset="0"/>
            </a:endParaRPr>
          </a:p>
          <a:p>
            <a:pPr algn="just"/>
            <a:r>
              <a:rPr lang="en-US" sz="1594" dirty="0">
                <a:latin typeface="Arial" panose="020B0604020202020204" pitchFamily="34" charset="0"/>
                <a:cs typeface="Arial" panose="020B0604020202020204" pitchFamily="34" charset="0"/>
              </a:rPr>
              <a:t>Maybe add in a pretty illustration of what you’re talk about…Remember a poster is NOT a paper, but a high-level overview of you what you investigated. You are sort of using your poster like a PowerPoint deck and thus will want more</a:t>
            </a:r>
            <a:r>
              <a:rPr lang="en-US" sz="1594" dirty="0">
                <a:solidFill>
                  <a:srgbClr val="FF0000"/>
                </a:solidFill>
                <a:latin typeface="Arial" panose="020B0604020202020204" pitchFamily="34" charset="0"/>
                <a:cs typeface="Arial" panose="020B0604020202020204" pitchFamily="34" charset="0"/>
              </a:rPr>
              <a:t> BEAUTIFUL </a:t>
            </a:r>
            <a:r>
              <a:rPr lang="en-US" sz="1594" dirty="0">
                <a:latin typeface="Arial" panose="020B0604020202020204" pitchFamily="34" charset="0"/>
                <a:cs typeface="Arial" panose="020B0604020202020204" pitchFamily="34" charset="0"/>
              </a:rPr>
              <a:t> figures and </a:t>
            </a:r>
            <a:r>
              <a:rPr lang="en-US" sz="1594" dirty="0">
                <a:solidFill>
                  <a:srgbClr val="FF0000"/>
                </a:solidFill>
                <a:latin typeface="Arial" panose="020B0604020202020204" pitchFamily="34" charset="0"/>
                <a:cs typeface="Arial" panose="020B0604020202020204" pitchFamily="34" charset="0"/>
              </a:rPr>
              <a:t>CONCISE</a:t>
            </a:r>
            <a:r>
              <a:rPr lang="en-US" sz="1594" dirty="0">
                <a:latin typeface="Arial" panose="020B0604020202020204" pitchFamily="34" charset="0"/>
                <a:cs typeface="Arial" panose="020B0604020202020204" pitchFamily="34" charset="0"/>
              </a:rPr>
              <a:t> language. </a:t>
            </a:r>
          </a:p>
        </p:txBody>
      </p:sp>
      <p:pic>
        <p:nvPicPr>
          <p:cNvPr id="26" name="Picture 25">
            <a:extLst>
              <a:ext uri="{FF2B5EF4-FFF2-40B4-BE49-F238E27FC236}">
                <a16:creationId xmlns:a16="http://schemas.microsoft.com/office/drawing/2014/main" id="{73C7AE38-3393-550A-CBD7-2C3F34DAA3E2}"/>
              </a:ext>
            </a:extLst>
          </p:cNvPr>
          <p:cNvPicPr>
            <a:picLocks noChangeAspect="1"/>
          </p:cNvPicPr>
          <p:nvPr/>
        </p:nvPicPr>
        <p:blipFill>
          <a:blip r:embed="rId9"/>
          <a:stretch>
            <a:fillRect/>
          </a:stretch>
        </p:blipFill>
        <p:spPr>
          <a:xfrm>
            <a:off x="16650273" y="5417341"/>
            <a:ext cx="4482223" cy="4577397"/>
          </a:xfrm>
          <a:prstGeom prst="rect">
            <a:avLst/>
          </a:prstGeom>
        </p:spPr>
      </p:pic>
      <p:sp>
        <p:nvSpPr>
          <p:cNvPr id="11" name="Rectangle 10">
            <a:extLst>
              <a:ext uri="{FF2B5EF4-FFF2-40B4-BE49-F238E27FC236}">
                <a16:creationId xmlns:a16="http://schemas.microsoft.com/office/drawing/2014/main" id="{DFAAEADF-93BC-3605-C740-C8EDED25778A}"/>
              </a:ext>
            </a:extLst>
          </p:cNvPr>
          <p:cNvSpPr/>
          <p:nvPr/>
        </p:nvSpPr>
        <p:spPr bwMode="auto">
          <a:xfrm>
            <a:off x="6602091" y="14097172"/>
            <a:ext cx="8592261" cy="392043"/>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12" name="Rectangle 11">
            <a:extLst>
              <a:ext uri="{FF2B5EF4-FFF2-40B4-BE49-F238E27FC236}">
                <a16:creationId xmlns:a16="http://schemas.microsoft.com/office/drawing/2014/main" id="{5A86DAAD-6AD5-7275-9BB2-A6FA0C1A0D0B}"/>
              </a:ext>
            </a:extLst>
          </p:cNvPr>
          <p:cNvSpPr/>
          <p:nvPr/>
        </p:nvSpPr>
        <p:spPr>
          <a:xfrm>
            <a:off x="9526960" y="14111227"/>
            <a:ext cx="2558369" cy="389635"/>
          </a:xfrm>
          <a:prstGeom prst="rect">
            <a:avLst/>
          </a:prstGeom>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DATA &amp; EDA</a:t>
            </a:r>
          </a:p>
        </p:txBody>
      </p:sp>
      <p:sp>
        <p:nvSpPr>
          <p:cNvPr id="13" name="TextBox 12">
            <a:extLst>
              <a:ext uri="{FF2B5EF4-FFF2-40B4-BE49-F238E27FC236}">
                <a16:creationId xmlns:a16="http://schemas.microsoft.com/office/drawing/2014/main" id="{1273BCE6-B82C-45EF-7F61-B07BD741A0A6}"/>
              </a:ext>
            </a:extLst>
          </p:cNvPr>
          <p:cNvSpPr txBox="1"/>
          <p:nvPr/>
        </p:nvSpPr>
        <p:spPr>
          <a:xfrm>
            <a:off x="6810571" y="4324835"/>
            <a:ext cx="8141036" cy="336240"/>
          </a:xfrm>
          <a:prstGeom prst="rect">
            <a:avLst/>
          </a:prstGeom>
          <a:noFill/>
        </p:spPr>
        <p:txBody>
          <a:bodyPr wrap="square">
            <a:spAutoFit/>
          </a:bodyPr>
          <a:lstStyle/>
          <a:p>
            <a:pPr algn="just" defTabSz="614888"/>
            <a:r>
              <a:rPr lang="en-US" sz="1594" dirty="0">
                <a:latin typeface="Arial" panose="020B0604020202020204" pitchFamily="34" charset="0"/>
                <a:cs typeface="Arial" panose="020B0604020202020204" pitchFamily="34" charset="0"/>
              </a:rPr>
              <a:t>• One to two clearly defined research questions</a:t>
            </a:r>
          </a:p>
        </p:txBody>
      </p:sp>
      <p:sp>
        <p:nvSpPr>
          <p:cNvPr id="14" name="TextBox 13">
            <a:extLst>
              <a:ext uri="{FF2B5EF4-FFF2-40B4-BE49-F238E27FC236}">
                <a16:creationId xmlns:a16="http://schemas.microsoft.com/office/drawing/2014/main" id="{C6B3280C-53E5-5E70-8318-FDBED43F37F7}"/>
              </a:ext>
            </a:extLst>
          </p:cNvPr>
          <p:cNvSpPr txBox="1"/>
          <p:nvPr/>
        </p:nvSpPr>
        <p:spPr>
          <a:xfrm rot="19829238">
            <a:off x="2505195" y="13704422"/>
            <a:ext cx="1584825" cy="410867"/>
          </a:xfrm>
          <a:prstGeom prst="rect">
            <a:avLst/>
          </a:prstGeom>
          <a:noFill/>
        </p:spPr>
        <p:txBody>
          <a:bodyPr wrap="square" rtlCol="0">
            <a:spAutoFit/>
          </a:bodyPr>
          <a:lstStyle/>
          <a:p>
            <a:r>
              <a:rPr lang="en-US" sz="2079" dirty="0">
                <a:solidFill>
                  <a:srgbClr val="FF0000"/>
                </a:solidFill>
              </a:rPr>
              <a:t>EXAMPLE</a:t>
            </a:r>
          </a:p>
        </p:txBody>
      </p:sp>
      <p:sp>
        <p:nvSpPr>
          <p:cNvPr id="17" name="TextBox 16">
            <a:extLst>
              <a:ext uri="{FF2B5EF4-FFF2-40B4-BE49-F238E27FC236}">
                <a16:creationId xmlns:a16="http://schemas.microsoft.com/office/drawing/2014/main" id="{794A4221-F631-3174-A6FA-42B3EF87625A}"/>
              </a:ext>
            </a:extLst>
          </p:cNvPr>
          <p:cNvSpPr txBox="1"/>
          <p:nvPr/>
        </p:nvSpPr>
        <p:spPr>
          <a:xfrm rot="19829238">
            <a:off x="19022294" y="8266041"/>
            <a:ext cx="1584825" cy="410867"/>
          </a:xfrm>
          <a:prstGeom prst="rect">
            <a:avLst/>
          </a:prstGeom>
          <a:noFill/>
        </p:spPr>
        <p:txBody>
          <a:bodyPr wrap="square" rtlCol="0">
            <a:spAutoFit/>
          </a:bodyPr>
          <a:lstStyle/>
          <a:p>
            <a:r>
              <a:rPr lang="en-US" sz="2079" dirty="0">
                <a:solidFill>
                  <a:srgbClr val="FF0000"/>
                </a:solidFill>
              </a:rPr>
              <a:t>EXAMPLE</a:t>
            </a:r>
          </a:p>
        </p:txBody>
      </p:sp>
      <p:sp>
        <p:nvSpPr>
          <p:cNvPr id="19" name="TextBox 18">
            <a:extLst>
              <a:ext uri="{FF2B5EF4-FFF2-40B4-BE49-F238E27FC236}">
                <a16:creationId xmlns:a16="http://schemas.microsoft.com/office/drawing/2014/main" id="{DFC23020-7CB4-8041-6556-80F2B35DC794}"/>
              </a:ext>
            </a:extLst>
          </p:cNvPr>
          <p:cNvSpPr txBox="1"/>
          <p:nvPr/>
        </p:nvSpPr>
        <p:spPr>
          <a:xfrm rot="19829238">
            <a:off x="27062422" y="7677539"/>
            <a:ext cx="1584825" cy="410867"/>
          </a:xfrm>
          <a:prstGeom prst="rect">
            <a:avLst/>
          </a:prstGeom>
          <a:noFill/>
        </p:spPr>
        <p:txBody>
          <a:bodyPr wrap="square" rtlCol="0">
            <a:spAutoFit/>
          </a:bodyPr>
          <a:lstStyle/>
          <a:p>
            <a:r>
              <a:rPr lang="en-US" sz="2079" dirty="0">
                <a:solidFill>
                  <a:srgbClr val="FF0000"/>
                </a:solidFill>
              </a:rPr>
              <a:t>EXAMPLE</a:t>
            </a:r>
          </a:p>
        </p:txBody>
      </p:sp>
      <p:pic>
        <p:nvPicPr>
          <p:cNvPr id="28" name="Picture 27" descr="A screenshot of a cell phone&#10;&#10;Description generated with high confidence">
            <a:extLst>
              <a:ext uri="{FF2B5EF4-FFF2-40B4-BE49-F238E27FC236}">
                <a16:creationId xmlns:a16="http://schemas.microsoft.com/office/drawing/2014/main" id="{3792A2EE-6A33-F047-1AF7-B549DABA114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566727" y="1015693"/>
            <a:ext cx="6217371" cy="2608123"/>
          </a:xfrm>
          <a:prstGeom prst="rect">
            <a:avLst/>
          </a:prstGeom>
        </p:spPr>
      </p:pic>
      <p:sp>
        <p:nvSpPr>
          <p:cNvPr id="29" name="TextBox 28">
            <a:extLst>
              <a:ext uri="{FF2B5EF4-FFF2-40B4-BE49-F238E27FC236}">
                <a16:creationId xmlns:a16="http://schemas.microsoft.com/office/drawing/2014/main" id="{CC562591-CF01-E9B3-974E-8AFF856BCA8E}"/>
              </a:ext>
            </a:extLst>
          </p:cNvPr>
          <p:cNvSpPr txBox="1"/>
          <p:nvPr/>
        </p:nvSpPr>
        <p:spPr>
          <a:xfrm rot="19829238">
            <a:off x="27062419" y="2059900"/>
            <a:ext cx="1584825" cy="410867"/>
          </a:xfrm>
          <a:prstGeom prst="rect">
            <a:avLst/>
          </a:prstGeom>
          <a:noFill/>
        </p:spPr>
        <p:txBody>
          <a:bodyPr wrap="square" rtlCol="0">
            <a:spAutoFit/>
          </a:bodyPr>
          <a:lstStyle/>
          <a:p>
            <a:r>
              <a:rPr lang="en-US" sz="2079" dirty="0">
                <a:solidFill>
                  <a:srgbClr val="FF0000"/>
                </a:solidFill>
              </a:rPr>
              <a:t>EXAMPLE</a:t>
            </a:r>
          </a:p>
        </p:txBody>
      </p:sp>
      <p:sp>
        <p:nvSpPr>
          <p:cNvPr id="30" name="Rectangle 29">
            <a:extLst>
              <a:ext uri="{FF2B5EF4-FFF2-40B4-BE49-F238E27FC236}">
                <a16:creationId xmlns:a16="http://schemas.microsoft.com/office/drawing/2014/main" id="{8E7B2010-A2EE-DE72-75DF-3624655D60CD}"/>
              </a:ext>
            </a:extLst>
          </p:cNvPr>
          <p:cNvSpPr/>
          <p:nvPr/>
        </p:nvSpPr>
        <p:spPr bwMode="auto">
          <a:xfrm>
            <a:off x="24298634" y="16747363"/>
            <a:ext cx="6773131" cy="47433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362" tIns="31681" rIns="63362" bIns="31681" numCol="1" rtlCol="0" anchor="t" anchorCtr="0" compatLnSpc="1">
            <a:prstTxWarp prst="textNoShape">
              <a:avLst/>
            </a:prstTxWarp>
          </a:bodyPr>
          <a:lstStyle/>
          <a:p>
            <a:pPr defTabSz="633588"/>
            <a:endParaRPr lang="en-US" sz="1663"/>
          </a:p>
        </p:txBody>
      </p:sp>
      <p:sp>
        <p:nvSpPr>
          <p:cNvPr id="32" name="TextBox 31">
            <a:extLst>
              <a:ext uri="{FF2B5EF4-FFF2-40B4-BE49-F238E27FC236}">
                <a16:creationId xmlns:a16="http://schemas.microsoft.com/office/drawing/2014/main" id="{5AD63148-F49A-769C-69FF-816F50818A80}"/>
              </a:ext>
            </a:extLst>
          </p:cNvPr>
          <p:cNvSpPr txBox="1"/>
          <p:nvPr/>
        </p:nvSpPr>
        <p:spPr>
          <a:xfrm>
            <a:off x="26147668" y="16771742"/>
            <a:ext cx="3249734" cy="389635"/>
          </a:xfrm>
          <a:prstGeom prst="rect">
            <a:avLst/>
          </a:prstGeom>
          <a:noFill/>
        </p:spPr>
        <p:txBody>
          <a:bodyPr wrap="square">
            <a:spAutoFit/>
          </a:bodyPr>
          <a:lstStyle/>
          <a:p>
            <a:pPr algn="ctr"/>
            <a:r>
              <a:rPr lang="en-US" sz="1941" b="1" dirty="0">
                <a:solidFill>
                  <a:srgbClr val="CFB991"/>
                </a:solidFill>
                <a:latin typeface="Arial" panose="020B0604020202020204" pitchFamily="34" charset="0"/>
                <a:cs typeface="Arial" panose="020B0604020202020204" pitchFamily="34" charset="0"/>
              </a:rPr>
              <a:t>ACKNOWLEDGEMENTS</a:t>
            </a:r>
          </a:p>
        </p:txBody>
      </p:sp>
      <p:sp>
        <p:nvSpPr>
          <p:cNvPr id="33" name="TextBox 32">
            <a:extLst>
              <a:ext uri="{FF2B5EF4-FFF2-40B4-BE49-F238E27FC236}">
                <a16:creationId xmlns:a16="http://schemas.microsoft.com/office/drawing/2014/main" id="{3A8FC21E-86F0-7A68-9585-094556DBD852}"/>
              </a:ext>
            </a:extLst>
          </p:cNvPr>
          <p:cNvSpPr txBox="1"/>
          <p:nvPr/>
        </p:nvSpPr>
        <p:spPr>
          <a:xfrm>
            <a:off x="24484290" y="17416598"/>
            <a:ext cx="6279886" cy="1555915"/>
          </a:xfrm>
          <a:prstGeom prst="rect">
            <a:avLst/>
          </a:prstGeom>
          <a:noFill/>
        </p:spPr>
        <p:txBody>
          <a:bodyPr wrap="square">
            <a:spAutoFit/>
          </a:bodyPr>
          <a:lstStyle/>
          <a:p>
            <a:r>
              <a:rPr lang="en-US" sz="1586" i="1" dirty="0"/>
              <a:t>We want to thank Professor Davi Moreira for his mentorship throughout the project. We are also grateful to our TAs, First Name Last Name and First Name Last Name, for their guidance. This work was supported by the Mitch. Daniels School of Business. We also acknowledge the Undergraduate Research Center and Purdue University for providing this valuable opportunity.</a:t>
            </a:r>
            <a:endParaRPr lang="en-US" sz="1586" dirty="0"/>
          </a:p>
        </p:txBody>
      </p:sp>
      <p:pic>
        <p:nvPicPr>
          <p:cNvPr id="34" name="Picture 33">
            <a:extLst>
              <a:ext uri="{FF2B5EF4-FFF2-40B4-BE49-F238E27FC236}">
                <a16:creationId xmlns:a16="http://schemas.microsoft.com/office/drawing/2014/main" id="{C34C11D2-7C01-DC82-67EE-3A3B422C703F}"/>
              </a:ext>
            </a:extLst>
          </p:cNvPr>
          <p:cNvPicPr>
            <a:picLocks noChangeAspect="1"/>
          </p:cNvPicPr>
          <p:nvPr/>
        </p:nvPicPr>
        <p:blipFill>
          <a:blip r:embed="rId11"/>
          <a:stretch>
            <a:fillRect/>
          </a:stretch>
        </p:blipFill>
        <p:spPr>
          <a:xfrm>
            <a:off x="29598746" y="18883277"/>
            <a:ext cx="1379218" cy="1383990"/>
          </a:xfrm>
          <a:prstGeom prst="rect">
            <a:avLst/>
          </a:prstGeom>
        </p:spPr>
      </p:pic>
      <p:pic>
        <p:nvPicPr>
          <p:cNvPr id="1026" name="Picture 2">
            <a:extLst>
              <a:ext uri="{FF2B5EF4-FFF2-40B4-BE49-F238E27FC236}">
                <a16:creationId xmlns:a16="http://schemas.microsoft.com/office/drawing/2014/main" id="{DE8411BB-586E-0BD7-7FDE-395A7EA3BA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82568" y="1234385"/>
            <a:ext cx="8933903" cy="954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7247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2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eY9ZxFT7OPePSRnv9apmg"/>
</p:tagLst>
</file>

<file path=ppt/theme/theme1.xml><?xml version="1.0" encoding="utf-8"?>
<a:theme xmlns:a="http://schemas.openxmlformats.org/drawingml/2006/main" name="INFORMS2015_Comp_Conf">
  <a:themeElements>
    <a:clrScheme name="test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36C09"/>
      </a:hlink>
      <a:folHlink>
        <a:srgbClr val="E36C09"/>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275B0F64C39D45B48ED87B7D5A772E" ma:contentTypeVersion="13" ma:contentTypeDescription="Create a new document." ma:contentTypeScope="" ma:versionID="a62b194ba624c8cf62b60144cd5b8a77">
  <xsd:schema xmlns:xsd="http://www.w3.org/2001/XMLSchema" xmlns:xs="http://www.w3.org/2001/XMLSchema" xmlns:p="http://schemas.microsoft.com/office/2006/metadata/properties" xmlns:ns3="b1755f8e-5024-43d4-9f4e-f0720ef5cbea" xmlns:ns4="b60307e8-227d-4226-bf3f-3f3e3f614599" targetNamespace="http://schemas.microsoft.com/office/2006/metadata/properties" ma:root="true" ma:fieldsID="f7af95be82f763595ac7849bdb709092" ns3:_="" ns4:_="">
    <xsd:import namespace="b1755f8e-5024-43d4-9f4e-f0720ef5cbea"/>
    <xsd:import namespace="b60307e8-227d-4226-bf3f-3f3e3f61459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755f8e-5024-43d4-9f4e-f0720ef5cb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0307e8-227d-4226-bf3f-3f3e3f61459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E5E52D-EB9D-4B72-A928-24760AE9C86A}">
  <ds:schemaRefs>
    <ds:schemaRef ds:uri="http://purl.org/dc/dcmitype/"/>
    <ds:schemaRef ds:uri="http://purl.org/dc/elements/1.1/"/>
    <ds:schemaRef ds:uri="http://www.w3.org/XML/1998/namespace"/>
    <ds:schemaRef ds:uri="http://purl.org/dc/terms/"/>
    <ds:schemaRef ds:uri="http://schemas.microsoft.com/office/2006/metadata/properties"/>
    <ds:schemaRef ds:uri="b60307e8-227d-4226-bf3f-3f3e3f614599"/>
    <ds:schemaRef ds:uri="http://schemas.microsoft.com/office/2006/documentManagement/types"/>
    <ds:schemaRef ds:uri="http://schemas.microsoft.com/office/infopath/2007/PartnerControls"/>
    <ds:schemaRef ds:uri="http://schemas.openxmlformats.org/package/2006/metadata/core-properties"/>
    <ds:schemaRef ds:uri="b1755f8e-5024-43d4-9f4e-f0720ef5cbea"/>
  </ds:schemaRefs>
</ds:datastoreItem>
</file>

<file path=customXml/itemProps2.xml><?xml version="1.0" encoding="utf-8"?>
<ds:datastoreItem xmlns:ds="http://schemas.openxmlformats.org/officeDocument/2006/customXml" ds:itemID="{F99380DB-4B35-4657-950C-6BBA781E421E}">
  <ds:schemaRefs>
    <ds:schemaRef ds:uri="http://schemas.microsoft.com/sharepoint/v3/contenttype/forms"/>
  </ds:schemaRefs>
</ds:datastoreItem>
</file>

<file path=customXml/itemProps3.xml><?xml version="1.0" encoding="utf-8"?>
<ds:datastoreItem xmlns:ds="http://schemas.openxmlformats.org/officeDocument/2006/customXml" ds:itemID="{8BA11E28-B7DB-49AA-A1E7-5E933385601E}">
  <ds:schemaRefs>
    <ds:schemaRef ds:uri="b1755f8e-5024-43d4-9f4e-f0720ef5cbea"/>
    <ds:schemaRef ds:uri="b60307e8-227d-4226-bf3f-3f3e3f6145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INFORMS2015_Comp_Conf</Template>
  <TotalTime>4737</TotalTime>
  <Words>626</Words>
  <Application>Microsoft Macintosh PowerPoint</Application>
  <PresentationFormat>Custom</PresentationFormat>
  <Paragraphs>97</Paragraphs>
  <Slides>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Arial</vt:lpstr>
      <vt:lpstr>Calibri</vt:lpstr>
      <vt:lpstr>Times</vt:lpstr>
      <vt:lpstr>Wingdings</vt:lpstr>
      <vt:lpstr>INFORMS2015_Comp_Conf</vt:lpstr>
      <vt:lpstr>think-cell Slide</vt:lpstr>
      <vt:lpstr>PowerPoint Presentation</vt:lpstr>
    </vt:vector>
  </TitlesOfParts>
  <Company>Advance Auto Parts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Lanham</dc:creator>
  <cp:lastModifiedBy>Davi Cordeiro Moreira</cp:lastModifiedBy>
  <cp:revision>73</cp:revision>
  <cp:lastPrinted>2001-08-01T02:48:55Z</cp:lastPrinted>
  <dcterms:created xsi:type="dcterms:W3CDTF">2014-12-02T19:25:45Z</dcterms:created>
  <dcterms:modified xsi:type="dcterms:W3CDTF">2025-11-11T21:58:58Z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0x010100F8275B0F64C39D45B48ED87B7D5A772E</vt:lpwstr>
  </property>
  <property fmtid="{D5CDD505-2E9C-101B-9397-08002B2CF9AE}" pid="3" name="MSIP_Label_4044bd30-2ed7-4c9d-9d12-46200872a97b_Enabled">
    <vt:lpwstr>true</vt:lpwstr>
  </property>
  <property fmtid="{D5CDD505-2E9C-101B-9397-08002B2CF9AE}" pid="4" name="MSIP_Label_4044bd30-2ed7-4c9d-9d12-46200872a97b_SetDate">
    <vt:lpwstr>2025-03-05T03:52:08Z</vt:lpwstr>
  </property>
  <property fmtid="{D5CDD505-2E9C-101B-9397-08002B2CF9AE}" pid="5" name="MSIP_Label_4044bd30-2ed7-4c9d-9d12-46200872a97b_Method">
    <vt:lpwstr>Standard</vt:lpwstr>
  </property>
  <property fmtid="{D5CDD505-2E9C-101B-9397-08002B2CF9AE}" pid="6" name="MSIP_Label_4044bd30-2ed7-4c9d-9d12-46200872a97b_Name">
    <vt:lpwstr>defa4170-0d19-0005-0004-bc88714345d2</vt:lpwstr>
  </property>
  <property fmtid="{D5CDD505-2E9C-101B-9397-08002B2CF9AE}" pid="7" name="MSIP_Label_4044bd30-2ed7-4c9d-9d12-46200872a97b_SiteId">
    <vt:lpwstr>4130bd39-7c53-419c-b1e5-8758d6d63f21</vt:lpwstr>
  </property>
  <property fmtid="{D5CDD505-2E9C-101B-9397-08002B2CF9AE}" pid="8" name="MSIP_Label_4044bd30-2ed7-4c9d-9d12-46200872a97b_ActionId">
    <vt:lpwstr>5b37bd32-8766-40fe-8a24-ff0667b49a9e</vt:lpwstr>
  </property>
  <property fmtid="{D5CDD505-2E9C-101B-9397-08002B2CF9AE}" pid="9" name="MSIP_Label_4044bd30-2ed7-4c9d-9d12-46200872a97b_ContentBits">
    <vt:lpwstr>0</vt:lpwstr>
  </property>
  <property fmtid="{D5CDD505-2E9C-101B-9397-08002B2CF9AE}" pid="10" name="MSIP_Label_4044bd30-2ed7-4c9d-9d12-46200872a97b_Tag">
    <vt:lpwstr>50, 3, 0, 1</vt:lpwstr>
  </property>
</Properties>
</file>